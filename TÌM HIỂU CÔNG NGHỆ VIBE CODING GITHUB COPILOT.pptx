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embeddedFontLst>
    <p:embeddedFont>
      <p:font typeface="Alimama ShuHeiTi" charset="-122"/>
      <p:regular r:id="rId15"/>
    </p:embeddedFont>
    <p:embeddedFont>
      <p:font typeface="MiSans" panose="020B0604020202020204" charset="-122"/>
      <p:regular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93364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8FAFC"/>
              </a:gs>
              <a:gs pos="50000">
                <a:srgbClr val="FFFFFF"/>
              </a:gs>
              <a:gs pos="100000">
                <a:srgbClr val="EFF6FF"/>
              </a:gs>
            </a:gsLst>
            <a:lin ang="27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7772400" y="762000"/>
            <a:ext cx="3657600" cy="3657600"/>
          </a:xfrm>
          <a:custGeom>
            <a:avLst/>
            <a:gdLst/>
            <a:ahLst/>
            <a:cxnLst/>
            <a:rect l="l" t="t" r="r" b="b"/>
            <a:pathLst>
              <a:path w="3657600" h="3657600">
                <a:moveTo>
                  <a:pt x="1828800" y="0"/>
                </a:moveTo>
                <a:lnTo>
                  <a:pt x="1828800" y="0"/>
                </a:lnTo>
                <a:cubicBezTo>
                  <a:pt x="2838142" y="0"/>
                  <a:pt x="3657600" y="819458"/>
                  <a:pt x="3657600" y="1828800"/>
                </a:cubicBezTo>
                <a:lnTo>
                  <a:pt x="3657600" y="1828800"/>
                </a:lnTo>
                <a:cubicBezTo>
                  <a:pt x="3657600" y="2838142"/>
                  <a:pt x="2838142" y="3657600"/>
                  <a:pt x="1828800" y="3657600"/>
                </a:cubicBezTo>
                <a:lnTo>
                  <a:pt x="1828800" y="3657600"/>
                </a:lnTo>
                <a:cubicBezTo>
                  <a:pt x="819458" y="3657600"/>
                  <a:pt x="0" y="2838142"/>
                  <a:pt x="0" y="1828800"/>
                </a:cubicBezTo>
                <a:lnTo>
                  <a:pt x="0" y="1828800"/>
                </a:lnTo>
                <a:cubicBezTo>
                  <a:pt x="0" y="819458"/>
                  <a:pt x="819458" y="0"/>
                  <a:pt x="1828800" y="0"/>
                </a:cubicBezTo>
                <a:close/>
              </a:path>
            </a:pathLst>
          </a:custGeom>
          <a:solidFill>
            <a:srgbClr val="51A2FF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2438400"/>
            <a:ext cx="3657600" cy="3657600"/>
          </a:xfrm>
          <a:custGeom>
            <a:avLst/>
            <a:gdLst/>
            <a:ahLst/>
            <a:cxnLst/>
            <a:rect l="l" t="t" r="r" b="b"/>
            <a:pathLst>
              <a:path w="3657600" h="3657600">
                <a:moveTo>
                  <a:pt x="1828800" y="0"/>
                </a:moveTo>
                <a:lnTo>
                  <a:pt x="1828800" y="0"/>
                </a:lnTo>
                <a:cubicBezTo>
                  <a:pt x="2838142" y="0"/>
                  <a:pt x="3657600" y="819458"/>
                  <a:pt x="3657600" y="1828800"/>
                </a:cubicBezTo>
                <a:lnTo>
                  <a:pt x="3657600" y="1828800"/>
                </a:lnTo>
                <a:cubicBezTo>
                  <a:pt x="3657600" y="2838142"/>
                  <a:pt x="2838142" y="3657600"/>
                  <a:pt x="1828800" y="3657600"/>
                </a:cubicBezTo>
                <a:lnTo>
                  <a:pt x="1828800" y="3657600"/>
                </a:lnTo>
                <a:cubicBezTo>
                  <a:pt x="819458" y="3657600"/>
                  <a:pt x="0" y="2838142"/>
                  <a:pt x="0" y="1828800"/>
                </a:cubicBezTo>
                <a:lnTo>
                  <a:pt x="0" y="1828800"/>
                </a:lnTo>
                <a:cubicBezTo>
                  <a:pt x="0" y="819458"/>
                  <a:pt x="819458" y="0"/>
                  <a:pt x="1828800" y="0"/>
                </a:cubicBezTo>
                <a:close/>
              </a:path>
            </a:pathLst>
          </a:custGeom>
          <a:solidFill>
            <a:srgbClr val="C27AFF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715000" y="909638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228600" y="0"/>
                </a:moveTo>
                <a:lnTo>
                  <a:pt x="533400" y="0"/>
                </a:lnTo>
                <a:cubicBezTo>
                  <a:pt x="659568" y="0"/>
                  <a:pt x="762000" y="102432"/>
                  <a:pt x="762000" y="228600"/>
                </a:cubicBezTo>
                <a:lnTo>
                  <a:pt x="762000" y="533400"/>
                </a:lnTo>
                <a:cubicBezTo>
                  <a:pt x="762000" y="659568"/>
                  <a:pt x="659568" y="762000"/>
                  <a:pt x="533400" y="762000"/>
                </a:cubicBezTo>
                <a:lnTo>
                  <a:pt x="228600" y="762000"/>
                </a:lnTo>
                <a:cubicBezTo>
                  <a:pt x="102432" y="762000"/>
                  <a:pt x="0" y="659568"/>
                  <a:pt x="0" y="5334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gradFill flip="none" rotWithShape="1">
            <a:gsLst>
              <a:gs pos="0">
                <a:srgbClr val="2B7FFF"/>
              </a:gs>
              <a:gs pos="100000">
                <a:srgbClr val="9810FA"/>
              </a:gs>
            </a:gsLst>
            <a:lin ang="2700000" scaled="1"/>
          </a:gradFill>
          <a:ln/>
          <a:effectLst>
            <a:outerShdw blurRad="228600" dist="38100" dir="5400000" algn="bl" rotWithShape="0">
              <a:srgbClr val="000000">
                <a:alpha val="7843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881688" y="1119188"/>
            <a:ext cx="428625" cy="342900"/>
          </a:xfrm>
          <a:custGeom>
            <a:avLst/>
            <a:gdLst/>
            <a:ahLst/>
            <a:cxnLst/>
            <a:rect l="l" t="t" r="r" b="b"/>
            <a:pathLst>
              <a:path w="428625" h="342900">
                <a:moveTo>
                  <a:pt x="235744" y="0"/>
                </a:moveTo>
                <a:cubicBezTo>
                  <a:pt x="235744" y="-11854"/>
                  <a:pt x="226167" y="-21431"/>
                  <a:pt x="214313" y="-21431"/>
                </a:cubicBezTo>
                <a:cubicBezTo>
                  <a:pt x="202458" y="-21431"/>
                  <a:pt x="192881" y="-11854"/>
                  <a:pt x="192881" y="0"/>
                </a:cubicBezTo>
                <a:lnTo>
                  <a:pt x="192881" y="42863"/>
                </a:lnTo>
                <a:lnTo>
                  <a:pt x="128588" y="42863"/>
                </a:lnTo>
                <a:cubicBezTo>
                  <a:pt x="93092" y="42863"/>
                  <a:pt x="64294" y="71661"/>
                  <a:pt x="64294" y="107156"/>
                </a:cubicBezTo>
                <a:lnTo>
                  <a:pt x="64294" y="257175"/>
                </a:lnTo>
                <a:cubicBezTo>
                  <a:pt x="64294" y="292671"/>
                  <a:pt x="93092" y="321469"/>
                  <a:pt x="128588" y="321469"/>
                </a:cubicBezTo>
                <a:lnTo>
                  <a:pt x="300038" y="321469"/>
                </a:lnTo>
                <a:cubicBezTo>
                  <a:pt x="335533" y="321469"/>
                  <a:pt x="364331" y="292671"/>
                  <a:pt x="364331" y="257175"/>
                </a:cubicBezTo>
                <a:lnTo>
                  <a:pt x="364331" y="107156"/>
                </a:lnTo>
                <a:cubicBezTo>
                  <a:pt x="364331" y="71661"/>
                  <a:pt x="335533" y="42863"/>
                  <a:pt x="300038" y="42863"/>
                </a:cubicBezTo>
                <a:lnTo>
                  <a:pt x="235744" y="42863"/>
                </a:lnTo>
                <a:lnTo>
                  <a:pt x="235744" y="0"/>
                </a:lnTo>
                <a:close/>
                <a:moveTo>
                  <a:pt x="107156" y="246459"/>
                </a:moveTo>
                <a:cubicBezTo>
                  <a:pt x="107156" y="237552"/>
                  <a:pt x="114322" y="230386"/>
                  <a:pt x="123230" y="230386"/>
                </a:cubicBezTo>
                <a:lnTo>
                  <a:pt x="144661" y="230386"/>
                </a:lnTo>
                <a:cubicBezTo>
                  <a:pt x="153568" y="230386"/>
                  <a:pt x="160734" y="237552"/>
                  <a:pt x="160734" y="246459"/>
                </a:cubicBezTo>
                <a:cubicBezTo>
                  <a:pt x="160734" y="255367"/>
                  <a:pt x="153568" y="262533"/>
                  <a:pt x="144661" y="262533"/>
                </a:cubicBezTo>
                <a:lnTo>
                  <a:pt x="123230" y="262533"/>
                </a:lnTo>
                <a:cubicBezTo>
                  <a:pt x="114322" y="262533"/>
                  <a:pt x="107156" y="255367"/>
                  <a:pt x="107156" y="246459"/>
                </a:cubicBezTo>
                <a:close/>
                <a:moveTo>
                  <a:pt x="187523" y="246459"/>
                </a:moveTo>
                <a:cubicBezTo>
                  <a:pt x="187523" y="237552"/>
                  <a:pt x="194690" y="230386"/>
                  <a:pt x="203597" y="230386"/>
                </a:cubicBezTo>
                <a:lnTo>
                  <a:pt x="225028" y="230386"/>
                </a:lnTo>
                <a:cubicBezTo>
                  <a:pt x="233935" y="230386"/>
                  <a:pt x="241102" y="237552"/>
                  <a:pt x="241102" y="246459"/>
                </a:cubicBezTo>
                <a:cubicBezTo>
                  <a:pt x="241102" y="255367"/>
                  <a:pt x="233935" y="262533"/>
                  <a:pt x="225028" y="262533"/>
                </a:cubicBezTo>
                <a:lnTo>
                  <a:pt x="203597" y="262533"/>
                </a:lnTo>
                <a:cubicBezTo>
                  <a:pt x="194690" y="262533"/>
                  <a:pt x="187523" y="255367"/>
                  <a:pt x="187523" y="246459"/>
                </a:cubicBezTo>
                <a:close/>
                <a:moveTo>
                  <a:pt x="267891" y="246459"/>
                </a:moveTo>
                <a:cubicBezTo>
                  <a:pt x="267891" y="237552"/>
                  <a:pt x="275057" y="230386"/>
                  <a:pt x="283964" y="230386"/>
                </a:cubicBezTo>
                <a:lnTo>
                  <a:pt x="305395" y="230386"/>
                </a:lnTo>
                <a:cubicBezTo>
                  <a:pt x="314303" y="230386"/>
                  <a:pt x="321469" y="237552"/>
                  <a:pt x="321469" y="246459"/>
                </a:cubicBezTo>
                <a:cubicBezTo>
                  <a:pt x="321469" y="255367"/>
                  <a:pt x="314303" y="262533"/>
                  <a:pt x="305395" y="262533"/>
                </a:cubicBezTo>
                <a:lnTo>
                  <a:pt x="283964" y="262533"/>
                </a:lnTo>
                <a:cubicBezTo>
                  <a:pt x="275057" y="262533"/>
                  <a:pt x="267891" y="255367"/>
                  <a:pt x="267891" y="246459"/>
                </a:cubicBezTo>
                <a:close/>
                <a:moveTo>
                  <a:pt x="150019" y="117872"/>
                </a:moveTo>
                <a:cubicBezTo>
                  <a:pt x="167761" y="117872"/>
                  <a:pt x="182166" y="132276"/>
                  <a:pt x="182166" y="150019"/>
                </a:cubicBezTo>
                <a:cubicBezTo>
                  <a:pt x="182166" y="167761"/>
                  <a:pt x="167761" y="182166"/>
                  <a:pt x="150019" y="182166"/>
                </a:cubicBezTo>
                <a:cubicBezTo>
                  <a:pt x="132276" y="182166"/>
                  <a:pt x="117872" y="167761"/>
                  <a:pt x="117872" y="150019"/>
                </a:cubicBezTo>
                <a:cubicBezTo>
                  <a:pt x="117872" y="132276"/>
                  <a:pt x="132276" y="117872"/>
                  <a:pt x="150019" y="117872"/>
                </a:cubicBezTo>
                <a:close/>
                <a:moveTo>
                  <a:pt x="246459" y="150019"/>
                </a:moveTo>
                <a:cubicBezTo>
                  <a:pt x="246459" y="132276"/>
                  <a:pt x="260864" y="117872"/>
                  <a:pt x="278606" y="117872"/>
                </a:cubicBezTo>
                <a:cubicBezTo>
                  <a:pt x="296349" y="117872"/>
                  <a:pt x="310753" y="132276"/>
                  <a:pt x="310753" y="150019"/>
                </a:cubicBezTo>
                <a:cubicBezTo>
                  <a:pt x="310753" y="167761"/>
                  <a:pt x="296349" y="182166"/>
                  <a:pt x="278606" y="182166"/>
                </a:cubicBezTo>
                <a:cubicBezTo>
                  <a:pt x="260864" y="182166"/>
                  <a:pt x="246459" y="167761"/>
                  <a:pt x="246459" y="150019"/>
                </a:cubicBezTo>
                <a:close/>
                <a:moveTo>
                  <a:pt x="42863" y="150019"/>
                </a:moveTo>
                <a:cubicBezTo>
                  <a:pt x="42863" y="138165"/>
                  <a:pt x="33285" y="128588"/>
                  <a:pt x="21431" y="128588"/>
                </a:cubicBezTo>
                <a:cubicBezTo>
                  <a:pt x="9577" y="128588"/>
                  <a:pt x="0" y="138165"/>
                  <a:pt x="0" y="150019"/>
                </a:cubicBezTo>
                <a:lnTo>
                  <a:pt x="0" y="214313"/>
                </a:lnTo>
                <a:cubicBezTo>
                  <a:pt x="0" y="226167"/>
                  <a:pt x="9577" y="235744"/>
                  <a:pt x="21431" y="235744"/>
                </a:cubicBezTo>
                <a:cubicBezTo>
                  <a:pt x="33285" y="235744"/>
                  <a:pt x="42863" y="226167"/>
                  <a:pt x="42863" y="214313"/>
                </a:cubicBezTo>
                <a:lnTo>
                  <a:pt x="42863" y="150019"/>
                </a:lnTo>
                <a:close/>
                <a:moveTo>
                  <a:pt x="407194" y="128588"/>
                </a:moveTo>
                <a:cubicBezTo>
                  <a:pt x="395340" y="128588"/>
                  <a:pt x="385763" y="138165"/>
                  <a:pt x="385763" y="150019"/>
                </a:cubicBezTo>
                <a:lnTo>
                  <a:pt x="385763" y="214313"/>
                </a:lnTo>
                <a:cubicBezTo>
                  <a:pt x="385763" y="226167"/>
                  <a:pt x="395340" y="235744"/>
                  <a:pt x="407194" y="235744"/>
                </a:cubicBezTo>
                <a:cubicBezTo>
                  <a:pt x="419048" y="235744"/>
                  <a:pt x="428625" y="226167"/>
                  <a:pt x="428625" y="214313"/>
                </a:cubicBezTo>
                <a:lnTo>
                  <a:pt x="428625" y="150019"/>
                </a:lnTo>
                <a:cubicBezTo>
                  <a:pt x="428625" y="138165"/>
                  <a:pt x="419048" y="128588"/>
                  <a:pt x="407194" y="12858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2917296" y="2205038"/>
            <a:ext cx="6353175" cy="2143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1D1D1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TÌM HIỂU CÔNG NGHỆ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1D1D1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VIBE CODING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1D1D1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GITHUB COPILOT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0" y="4576763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19050" y="0"/>
                </a:moveTo>
                <a:lnTo>
                  <a:pt x="1200150" y="0"/>
                </a:lnTo>
                <a:cubicBezTo>
                  <a:pt x="1210664" y="0"/>
                  <a:pt x="1219200" y="8536"/>
                  <a:pt x="1219200" y="19050"/>
                </a:cubicBezTo>
                <a:lnTo>
                  <a:pt x="1219200" y="19050"/>
                </a:lnTo>
                <a:cubicBezTo>
                  <a:pt x="1219200" y="29564"/>
                  <a:pt x="1210664" y="38100"/>
                  <a:pt x="12001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gradFill flip="none" rotWithShape="1">
            <a:gsLst>
              <a:gs pos="0">
                <a:srgbClr val="2B7FFF"/>
              </a:gs>
              <a:gs pos="100000">
                <a:srgbClr val="9810FA"/>
              </a:gs>
            </a:gsLst>
            <a:lin ang="0" scaled="1"/>
          </a:gradFill>
          <a:ln/>
        </p:spPr>
      </p:sp>
      <p:sp>
        <p:nvSpPr>
          <p:cNvPr id="9" name="Text 7"/>
          <p:cNvSpPr/>
          <p:nvPr/>
        </p:nvSpPr>
        <p:spPr>
          <a:xfrm>
            <a:off x="5151967" y="4919663"/>
            <a:ext cx="1885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Báo cáo Seminar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87585" y="5729156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6073" y="65566"/>
                </a:moveTo>
                <a:lnTo>
                  <a:pt x="86127" y="94398"/>
                </a:lnTo>
                <a:cubicBezTo>
                  <a:pt x="89408" y="95737"/>
                  <a:pt x="92891" y="96441"/>
                  <a:pt x="96441" y="96441"/>
                </a:cubicBezTo>
                <a:cubicBezTo>
                  <a:pt x="99990" y="96441"/>
                  <a:pt x="103473" y="95737"/>
                  <a:pt x="106754" y="94398"/>
                </a:cubicBezTo>
                <a:lnTo>
                  <a:pt x="187925" y="60979"/>
                </a:lnTo>
                <a:cubicBezTo>
                  <a:pt x="190939" y="59740"/>
                  <a:pt x="192881" y="56826"/>
                  <a:pt x="192881" y="53578"/>
                </a:cubicBezTo>
                <a:cubicBezTo>
                  <a:pt x="192881" y="50330"/>
                  <a:pt x="190939" y="47417"/>
                  <a:pt x="187925" y="46178"/>
                </a:cubicBezTo>
                <a:lnTo>
                  <a:pt x="106754" y="12758"/>
                </a:lnTo>
                <a:cubicBezTo>
                  <a:pt x="103473" y="11419"/>
                  <a:pt x="99990" y="10716"/>
                  <a:pt x="96441" y="10716"/>
                </a:cubicBezTo>
                <a:cubicBezTo>
                  <a:pt x="92891" y="10716"/>
                  <a:pt x="89408" y="11419"/>
                  <a:pt x="86127" y="12758"/>
                </a:cubicBezTo>
                <a:lnTo>
                  <a:pt x="4956" y="46178"/>
                </a:lnTo>
                <a:cubicBezTo>
                  <a:pt x="1942" y="47417"/>
                  <a:pt x="0" y="50330"/>
                  <a:pt x="0" y="53578"/>
                </a:cubicBezTo>
                <a:lnTo>
                  <a:pt x="0" y="152698"/>
                </a:lnTo>
                <a:cubicBezTo>
                  <a:pt x="0" y="157151"/>
                  <a:pt x="3583" y="160734"/>
                  <a:pt x="8037" y="160734"/>
                </a:cubicBezTo>
                <a:cubicBezTo>
                  <a:pt x="12490" y="160734"/>
                  <a:pt x="16073" y="157151"/>
                  <a:pt x="16073" y="152698"/>
                </a:cubicBezTo>
                <a:lnTo>
                  <a:pt x="16073" y="65566"/>
                </a:lnTo>
                <a:close/>
                <a:moveTo>
                  <a:pt x="32147" y="89576"/>
                </a:moveTo>
                <a:lnTo>
                  <a:pt x="32147" y="128588"/>
                </a:lnTo>
                <a:cubicBezTo>
                  <a:pt x="32147" y="146335"/>
                  <a:pt x="60945" y="160734"/>
                  <a:pt x="96441" y="160734"/>
                </a:cubicBezTo>
                <a:cubicBezTo>
                  <a:pt x="131936" y="160734"/>
                  <a:pt x="160734" y="146335"/>
                  <a:pt x="160734" y="128588"/>
                </a:cubicBezTo>
                <a:lnTo>
                  <a:pt x="160734" y="89542"/>
                </a:lnTo>
                <a:lnTo>
                  <a:pt x="112882" y="109266"/>
                </a:lnTo>
                <a:cubicBezTo>
                  <a:pt x="107659" y="111409"/>
                  <a:pt x="102100" y="112514"/>
                  <a:pt x="96441" y="112514"/>
                </a:cubicBezTo>
                <a:cubicBezTo>
                  <a:pt x="90781" y="112514"/>
                  <a:pt x="85223" y="111409"/>
                  <a:pt x="79999" y="109266"/>
                </a:cubicBezTo>
                <a:lnTo>
                  <a:pt x="32147" y="89542"/>
                </a:lnTo>
                <a:close/>
              </a:path>
            </a:pathLst>
          </a:custGeom>
          <a:solidFill>
            <a:srgbClr val="2B7FFF"/>
          </a:solidFill>
          <a:ln/>
        </p:spPr>
      </p:sp>
      <p:sp>
        <p:nvSpPr>
          <p:cNvPr id="11" name="Text 9"/>
          <p:cNvSpPr/>
          <p:nvPr/>
        </p:nvSpPr>
        <p:spPr>
          <a:xfrm>
            <a:off x="4660239" y="5681531"/>
            <a:ext cx="1304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6A72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Lớp: DCT122C3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12177" y="5729156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42863" y="0"/>
                </a:moveTo>
                <a:cubicBezTo>
                  <a:pt x="48790" y="0"/>
                  <a:pt x="53578" y="4789"/>
                  <a:pt x="53578" y="10716"/>
                </a:cubicBezTo>
                <a:lnTo>
                  <a:pt x="53578" y="21431"/>
                </a:lnTo>
                <a:lnTo>
                  <a:pt x="96441" y="21431"/>
                </a:lnTo>
                <a:lnTo>
                  <a:pt x="96441" y="10716"/>
                </a:lnTo>
                <a:cubicBezTo>
                  <a:pt x="96441" y="4789"/>
                  <a:pt x="101229" y="0"/>
                  <a:pt x="107156" y="0"/>
                </a:cubicBezTo>
                <a:cubicBezTo>
                  <a:pt x="113083" y="0"/>
                  <a:pt x="117872" y="4789"/>
                  <a:pt x="117872" y="10716"/>
                </a:cubicBezTo>
                <a:lnTo>
                  <a:pt x="117872" y="21431"/>
                </a:lnTo>
                <a:lnTo>
                  <a:pt x="128588" y="21431"/>
                </a:lnTo>
                <a:cubicBezTo>
                  <a:pt x="140408" y="21431"/>
                  <a:pt x="150019" y="31042"/>
                  <a:pt x="150019" y="42863"/>
                </a:cubicBezTo>
                <a:lnTo>
                  <a:pt x="150019" y="139303"/>
                </a:lnTo>
                <a:cubicBezTo>
                  <a:pt x="150019" y="151124"/>
                  <a:pt x="140408" y="160734"/>
                  <a:pt x="128588" y="160734"/>
                </a:cubicBezTo>
                <a:lnTo>
                  <a:pt x="21431" y="160734"/>
                </a:lnTo>
                <a:cubicBezTo>
                  <a:pt x="9611" y="160734"/>
                  <a:pt x="0" y="151124"/>
                  <a:pt x="0" y="139303"/>
                </a:cubicBezTo>
                <a:lnTo>
                  <a:pt x="0" y="42863"/>
                </a:lnTo>
                <a:cubicBezTo>
                  <a:pt x="0" y="31042"/>
                  <a:pt x="9611" y="21431"/>
                  <a:pt x="21431" y="21431"/>
                </a:cubicBezTo>
                <a:lnTo>
                  <a:pt x="32147" y="21431"/>
                </a:lnTo>
                <a:lnTo>
                  <a:pt x="32147" y="10716"/>
                </a:lnTo>
                <a:cubicBezTo>
                  <a:pt x="32147" y="4789"/>
                  <a:pt x="36935" y="0"/>
                  <a:pt x="42863" y="0"/>
                </a:cubicBezTo>
                <a:close/>
                <a:moveTo>
                  <a:pt x="21431" y="80367"/>
                </a:moveTo>
                <a:lnTo>
                  <a:pt x="21431" y="91083"/>
                </a:lnTo>
                <a:cubicBezTo>
                  <a:pt x="21431" y="94030"/>
                  <a:pt x="23842" y="96441"/>
                  <a:pt x="26789" y="96441"/>
                </a:cubicBezTo>
                <a:lnTo>
                  <a:pt x="37505" y="96441"/>
                </a:lnTo>
                <a:cubicBezTo>
                  <a:pt x="40451" y="96441"/>
                  <a:pt x="42863" y="94030"/>
                  <a:pt x="42863" y="91083"/>
                </a:cubicBezTo>
                <a:lnTo>
                  <a:pt x="42863" y="80367"/>
                </a:lnTo>
                <a:cubicBezTo>
                  <a:pt x="42863" y="77420"/>
                  <a:pt x="40451" y="75009"/>
                  <a:pt x="37505" y="75009"/>
                </a:cubicBezTo>
                <a:lnTo>
                  <a:pt x="26789" y="75009"/>
                </a:lnTo>
                <a:cubicBezTo>
                  <a:pt x="23842" y="75009"/>
                  <a:pt x="21431" y="77420"/>
                  <a:pt x="21431" y="80367"/>
                </a:cubicBezTo>
                <a:close/>
                <a:moveTo>
                  <a:pt x="64294" y="80367"/>
                </a:moveTo>
                <a:lnTo>
                  <a:pt x="64294" y="91083"/>
                </a:lnTo>
                <a:cubicBezTo>
                  <a:pt x="64294" y="94030"/>
                  <a:pt x="66705" y="96441"/>
                  <a:pt x="69652" y="96441"/>
                </a:cubicBezTo>
                <a:lnTo>
                  <a:pt x="80367" y="96441"/>
                </a:lnTo>
                <a:cubicBezTo>
                  <a:pt x="83314" y="96441"/>
                  <a:pt x="85725" y="94030"/>
                  <a:pt x="85725" y="91083"/>
                </a:cubicBezTo>
                <a:lnTo>
                  <a:pt x="85725" y="80367"/>
                </a:lnTo>
                <a:cubicBezTo>
                  <a:pt x="85725" y="77420"/>
                  <a:pt x="83314" y="75009"/>
                  <a:pt x="80367" y="75009"/>
                </a:cubicBezTo>
                <a:lnTo>
                  <a:pt x="69652" y="75009"/>
                </a:lnTo>
                <a:cubicBezTo>
                  <a:pt x="66705" y="75009"/>
                  <a:pt x="64294" y="77420"/>
                  <a:pt x="64294" y="80367"/>
                </a:cubicBezTo>
                <a:close/>
                <a:moveTo>
                  <a:pt x="112514" y="75009"/>
                </a:moveTo>
                <a:cubicBezTo>
                  <a:pt x="109567" y="75009"/>
                  <a:pt x="107156" y="77420"/>
                  <a:pt x="107156" y="80367"/>
                </a:cubicBezTo>
                <a:lnTo>
                  <a:pt x="107156" y="91083"/>
                </a:lnTo>
                <a:cubicBezTo>
                  <a:pt x="107156" y="94030"/>
                  <a:pt x="109567" y="96441"/>
                  <a:pt x="112514" y="96441"/>
                </a:cubicBezTo>
                <a:lnTo>
                  <a:pt x="123230" y="96441"/>
                </a:lnTo>
                <a:cubicBezTo>
                  <a:pt x="126176" y="96441"/>
                  <a:pt x="128588" y="94030"/>
                  <a:pt x="128588" y="91083"/>
                </a:cubicBezTo>
                <a:lnTo>
                  <a:pt x="128588" y="80367"/>
                </a:lnTo>
                <a:cubicBezTo>
                  <a:pt x="128588" y="77420"/>
                  <a:pt x="126176" y="75009"/>
                  <a:pt x="123230" y="75009"/>
                </a:cubicBezTo>
                <a:lnTo>
                  <a:pt x="112514" y="75009"/>
                </a:lnTo>
                <a:close/>
                <a:moveTo>
                  <a:pt x="21431" y="123230"/>
                </a:moveTo>
                <a:lnTo>
                  <a:pt x="21431" y="133945"/>
                </a:lnTo>
                <a:cubicBezTo>
                  <a:pt x="21431" y="136892"/>
                  <a:pt x="23842" y="139303"/>
                  <a:pt x="26789" y="139303"/>
                </a:cubicBezTo>
                <a:lnTo>
                  <a:pt x="37505" y="139303"/>
                </a:lnTo>
                <a:cubicBezTo>
                  <a:pt x="40451" y="139303"/>
                  <a:pt x="42863" y="136892"/>
                  <a:pt x="42863" y="133945"/>
                </a:cubicBezTo>
                <a:lnTo>
                  <a:pt x="42863" y="123230"/>
                </a:lnTo>
                <a:cubicBezTo>
                  <a:pt x="42863" y="120283"/>
                  <a:pt x="40451" y="117872"/>
                  <a:pt x="37505" y="117872"/>
                </a:cubicBezTo>
                <a:lnTo>
                  <a:pt x="26789" y="117872"/>
                </a:lnTo>
                <a:cubicBezTo>
                  <a:pt x="23842" y="117872"/>
                  <a:pt x="21431" y="120283"/>
                  <a:pt x="21431" y="123230"/>
                </a:cubicBezTo>
                <a:close/>
                <a:moveTo>
                  <a:pt x="69652" y="117872"/>
                </a:moveTo>
                <a:cubicBezTo>
                  <a:pt x="66705" y="117872"/>
                  <a:pt x="64294" y="120283"/>
                  <a:pt x="64294" y="123230"/>
                </a:cubicBezTo>
                <a:lnTo>
                  <a:pt x="64294" y="133945"/>
                </a:lnTo>
                <a:cubicBezTo>
                  <a:pt x="64294" y="136892"/>
                  <a:pt x="66705" y="139303"/>
                  <a:pt x="69652" y="139303"/>
                </a:cubicBezTo>
                <a:lnTo>
                  <a:pt x="80367" y="139303"/>
                </a:lnTo>
                <a:cubicBezTo>
                  <a:pt x="83314" y="139303"/>
                  <a:pt x="85725" y="136892"/>
                  <a:pt x="85725" y="133945"/>
                </a:cubicBezTo>
                <a:lnTo>
                  <a:pt x="85725" y="123230"/>
                </a:lnTo>
                <a:cubicBezTo>
                  <a:pt x="85725" y="120283"/>
                  <a:pt x="83314" y="117872"/>
                  <a:pt x="80367" y="117872"/>
                </a:cubicBezTo>
                <a:lnTo>
                  <a:pt x="69652" y="117872"/>
                </a:lnTo>
                <a:close/>
                <a:moveTo>
                  <a:pt x="107156" y="123230"/>
                </a:moveTo>
                <a:lnTo>
                  <a:pt x="107156" y="133945"/>
                </a:lnTo>
                <a:cubicBezTo>
                  <a:pt x="107156" y="136892"/>
                  <a:pt x="109567" y="139303"/>
                  <a:pt x="112514" y="139303"/>
                </a:cubicBezTo>
                <a:lnTo>
                  <a:pt x="123230" y="139303"/>
                </a:lnTo>
                <a:cubicBezTo>
                  <a:pt x="126176" y="139303"/>
                  <a:pt x="128588" y="136892"/>
                  <a:pt x="128588" y="133945"/>
                </a:cubicBezTo>
                <a:lnTo>
                  <a:pt x="128588" y="123230"/>
                </a:lnTo>
                <a:cubicBezTo>
                  <a:pt x="128588" y="120283"/>
                  <a:pt x="126176" y="117872"/>
                  <a:pt x="123230" y="117872"/>
                </a:cubicBezTo>
                <a:lnTo>
                  <a:pt x="112514" y="117872"/>
                </a:lnTo>
                <a:cubicBezTo>
                  <a:pt x="109567" y="117872"/>
                  <a:pt x="107156" y="120283"/>
                  <a:pt x="107156" y="123230"/>
                </a:cubicBezTo>
                <a:close/>
              </a:path>
            </a:pathLst>
          </a:custGeom>
          <a:solidFill>
            <a:srgbClr val="AD46FF"/>
          </a:solidFill>
          <a:ln/>
        </p:spPr>
      </p:sp>
      <p:sp>
        <p:nvSpPr>
          <p:cNvPr id="13" name="Text 11"/>
          <p:cNvSpPr/>
          <p:nvPr/>
        </p:nvSpPr>
        <p:spPr>
          <a:xfrm>
            <a:off x="6663399" y="5681531"/>
            <a:ext cx="1200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6A72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Tháng 2/2026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2B7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0182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MỤC LỤC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97933" y="1524000"/>
            <a:ext cx="5541433" cy="914400"/>
          </a:xfrm>
          <a:custGeom>
            <a:avLst/>
            <a:gdLst/>
            <a:ahLst/>
            <a:cxnLst/>
            <a:rect l="l" t="t" r="r" b="b"/>
            <a:pathLst>
              <a:path w="5541433" h="914400">
                <a:moveTo>
                  <a:pt x="33867" y="0"/>
                </a:moveTo>
                <a:lnTo>
                  <a:pt x="5389030" y="0"/>
                </a:lnTo>
                <a:cubicBezTo>
                  <a:pt x="5473200" y="0"/>
                  <a:pt x="5541433" y="68233"/>
                  <a:pt x="5541433" y="152403"/>
                </a:cubicBezTo>
                <a:lnTo>
                  <a:pt x="5541433" y="761997"/>
                </a:lnTo>
                <a:cubicBezTo>
                  <a:pt x="5541433" y="846167"/>
                  <a:pt x="5473200" y="914400"/>
                  <a:pt x="5389030" y="914400"/>
                </a:cubicBezTo>
                <a:lnTo>
                  <a:pt x="33867" y="914400"/>
                </a:lnTo>
                <a:cubicBezTo>
                  <a:pt x="15163" y="914400"/>
                  <a:pt x="0" y="899237"/>
                  <a:pt x="0" y="8805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gradFill flip="none" rotWithShape="1">
            <a:gsLst>
              <a:gs pos="0">
                <a:srgbClr val="EFF6FF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397933" y="1524000"/>
            <a:ext cx="33867" cy="914400"/>
          </a:xfrm>
          <a:custGeom>
            <a:avLst/>
            <a:gdLst/>
            <a:ahLst/>
            <a:cxnLst/>
            <a:rect l="l" t="t" r="r" b="b"/>
            <a:pathLst>
              <a:path w="33867" h="914400">
                <a:moveTo>
                  <a:pt x="33867" y="0"/>
                </a:moveTo>
                <a:lnTo>
                  <a:pt x="33867" y="0"/>
                </a:lnTo>
                <a:lnTo>
                  <a:pt x="33867" y="914400"/>
                </a:lnTo>
                <a:lnTo>
                  <a:pt x="33867" y="914400"/>
                </a:lnTo>
                <a:cubicBezTo>
                  <a:pt x="15163" y="914400"/>
                  <a:pt x="0" y="899237"/>
                  <a:pt x="0" y="8805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2B7FFF"/>
          </a:solidFill>
          <a:ln/>
        </p:spPr>
      </p:sp>
      <p:sp>
        <p:nvSpPr>
          <p:cNvPr id="6" name="Shape 4"/>
          <p:cNvSpPr/>
          <p:nvPr/>
        </p:nvSpPr>
        <p:spPr>
          <a:xfrm>
            <a:off x="605367" y="1714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2B7FFF"/>
          </a:solidFill>
          <a:ln/>
        </p:spPr>
      </p:sp>
      <p:sp>
        <p:nvSpPr>
          <p:cNvPr id="7" name="Text 5"/>
          <p:cNvSpPr/>
          <p:nvPr/>
        </p:nvSpPr>
        <p:spPr>
          <a:xfrm>
            <a:off x="557742" y="17145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14967" y="1714500"/>
            <a:ext cx="2714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Giới thiệu &amp; Phân công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14967" y="2019300"/>
            <a:ext cx="2695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A72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Tổng quan đề tài và phân công nhóm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65333" y="1524000"/>
            <a:ext cx="5541433" cy="914400"/>
          </a:xfrm>
          <a:custGeom>
            <a:avLst/>
            <a:gdLst/>
            <a:ahLst/>
            <a:cxnLst/>
            <a:rect l="l" t="t" r="r" b="b"/>
            <a:pathLst>
              <a:path w="5541433" h="914400">
                <a:moveTo>
                  <a:pt x="33867" y="0"/>
                </a:moveTo>
                <a:lnTo>
                  <a:pt x="5389030" y="0"/>
                </a:lnTo>
                <a:cubicBezTo>
                  <a:pt x="5473200" y="0"/>
                  <a:pt x="5541433" y="68233"/>
                  <a:pt x="5541433" y="152403"/>
                </a:cubicBezTo>
                <a:lnTo>
                  <a:pt x="5541433" y="761997"/>
                </a:lnTo>
                <a:cubicBezTo>
                  <a:pt x="5541433" y="846167"/>
                  <a:pt x="5473200" y="914400"/>
                  <a:pt x="5389030" y="914400"/>
                </a:cubicBezTo>
                <a:lnTo>
                  <a:pt x="33867" y="914400"/>
                </a:lnTo>
                <a:cubicBezTo>
                  <a:pt x="15163" y="914400"/>
                  <a:pt x="0" y="899237"/>
                  <a:pt x="0" y="8805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gradFill flip="none" rotWithShape="1">
            <a:gsLst>
              <a:gs pos="0">
                <a:srgbClr val="FAF5FF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11" name="Shape 9"/>
          <p:cNvSpPr/>
          <p:nvPr/>
        </p:nvSpPr>
        <p:spPr>
          <a:xfrm>
            <a:off x="6265333" y="1524000"/>
            <a:ext cx="33867" cy="914400"/>
          </a:xfrm>
          <a:custGeom>
            <a:avLst/>
            <a:gdLst/>
            <a:ahLst/>
            <a:cxnLst/>
            <a:rect l="l" t="t" r="r" b="b"/>
            <a:pathLst>
              <a:path w="33867" h="914400">
                <a:moveTo>
                  <a:pt x="33867" y="0"/>
                </a:moveTo>
                <a:lnTo>
                  <a:pt x="33867" y="0"/>
                </a:lnTo>
                <a:lnTo>
                  <a:pt x="33867" y="914400"/>
                </a:lnTo>
                <a:lnTo>
                  <a:pt x="33867" y="914400"/>
                </a:lnTo>
                <a:cubicBezTo>
                  <a:pt x="15163" y="914400"/>
                  <a:pt x="0" y="899237"/>
                  <a:pt x="0" y="8805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AD46FF"/>
          </a:solidFill>
          <a:ln/>
        </p:spPr>
      </p:sp>
      <p:sp>
        <p:nvSpPr>
          <p:cNvPr id="12" name="Shape 10"/>
          <p:cNvSpPr/>
          <p:nvPr/>
        </p:nvSpPr>
        <p:spPr>
          <a:xfrm>
            <a:off x="6472767" y="1714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AD46FF"/>
          </a:solidFill>
          <a:ln/>
        </p:spPr>
      </p:sp>
      <p:sp>
        <p:nvSpPr>
          <p:cNvPr id="13" name="Text 11"/>
          <p:cNvSpPr/>
          <p:nvPr/>
        </p:nvSpPr>
        <p:spPr>
          <a:xfrm>
            <a:off x="6425142" y="17145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82367" y="1714500"/>
            <a:ext cx="2428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Development Environment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82367" y="2019300"/>
            <a:ext cx="2409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A72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Thiết lập môi trường phát triển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97933" y="2628900"/>
            <a:ext cx="5541433" cy="914400"/>
          </a:xfrm>
          <a:custGeom>
            <a:avLst/>
            <a:gdLst/>
            <a:ahLst/>
            <a:cxnLst/>
            <a:rect l="l" t="t" r="r" b="b"/>
            <a:pathLst>
              <a:path w="5541433" h="914400">
                <a:moveTo>
                  <a:pt x="33867" y="0"/>
                </a:moveTo>
                <a:lnTo>
                  <a:pt x="5389030" y="0"/>
                </a:lnTo>
                <a:cubicBezTo>
                  <a:pt x="5473200" y="0"/>
                  <a:pt x="5541433" y="68233"/>
                  <a:pt x="5541433" y="152403"/>
                </a:cubicBezTo>
                <a:lnTo>
                  <a:pt x="5541433" y="761997"/>
                </a:lnTo>
                <a:cubicBezTo>
                  <a:pt x="5541433" y="846167"/>
                  <a:pt x="5473200" y="914400"/>
                  <a:pt x="5389030" y="914400"/>
                </a:cubicBezTo>
                <a:lnTo>
                  <a:pt x="33867" y="914400"/>
                </a:lnTo>
                <a:cubicBezTo>
                  <a:pt x="15163" y="914400"/>
                  <a:pt x="0" y="899237"/>
                  <a:pt x="0" y="8805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gradFill flip="none" rotWithShape="1">
            <a:gsLst>
              <a:gs pos="0">
                <a:srgbClr val="F0FDF4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17" name="Shape 15"/>
          <p:cNvSpPr/>
          <p:nvPr/>
        </p:nvSpPr>
        <p:spPr>
          <a:xfrm>
            <a:off x="397933" y="2628900"/>
            <a:ext cx="33867" cy="914400"/>
          </a:xfrm>
          <a:custGeom>
            <a:avLst/>
            <a:gdLst/>
            <a:ahLst/>
            <a:cxnLst/>
            <a:rect l="l" t="t" r="r" b="b"/>
            <a:pathLst>
              <a:path w="33867" h="914400">
                <a:moveTo>
                  <a:pt x="33867" y="0"/>
                </a:moveTo>
                <a:lnTo>
                  <a:pt x="33867" y="0"/>
                </a:lnTo>
                <a:lnTo>
                  <a:pt x="33867" y="914400"/>
                </a:lnTo>
                <a:lnTo>
                  <a:pt x="33867" y="914400"/>
                </a:lnTo>
                <a:cubicBezTo>
                  <a:pt x="15163" y="914400"/>
                  <a:pt x="0" y="899237"/>
                  <a:pt x="0" y="8805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18" name="Shape 16"/>
          <p:cNvSpPr/>
          <p:nvPr/>
        </p:nvSpPr>
        <p:spPr>
          <a:xfrm>
            <a:off x="605367" y="2819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19" name="Text 17"/>
          <p:cNvSpPr/>
          <p:nvPr/>
        </p:nvSpPr>
        <p:spPr>
          <a:xfrm>
            <a:off x="557742" y="28194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14967" y="2819400"/>
            <a:ext cx="2362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Python Backend - FastAPI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14967" y="3124200"/>
            <a:ext cx="2343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A72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Xây dựng API với FastAPI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65333" y="2628900"/>
            <a:ext cx="5541433" cy="914400"/>
          </a:xfrm>
          <a:custGeom>
            <a:avLst/>
            <a:gdLst/>
            <a:ahLst/>
            <a:cxnLst/>
            <a:rect l="l" t="t" r="r" b="b"/>
            <a:pathLst>
              <a:path w="5541433" h="914400">
                <a:moveTo>
                  <a:pt x="33867" y="0"/>
                </a:moveTo>
                <a:lnTo>
                  <a:pt x="5389030" y="0"/>
                </a:lnTo>
                <a:cubicBezTo>
                  <a:pt x="5473200" y="0"/>
                  <a:pt x="5541433" y="68233"/>
                  <a:pt x="5541433" y="152403"/>
                </a:cubicBezTo>
                <a:lnTo>
                  <a:pt x="5541433" y="761997"/>
                </a:lnTo>
                <a:cubicBezTo>
                  <a:pt x="5541433" y="846167"/>
                  <a:pt x="5473200" y="914400"/>
                  <a:pt x="5389030" y="914400"/>
                </a:cubicBezTo>
                <a:lnTo>
                  <a:pt x="33867" y="914400"/>
                </a:lnTo>
                <a:cubicBezTo>
                  <a:pt x="15163" y="914400"/>
                  <a:pt x="0" y="899237"/>
                  <a:pt x="0" y="8805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gradFill flip="none" rotWithShape="1">
            <a:gsLst>
              <a:gs pos="0">
                <a:srgbClr val="ECFEFF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23" name="Shape 21"/>
          <p:cNvSpPr/>
          <p:nvPr/>
        </p:nvSpPr>
        <p:spPr>
          <a:xfrm>
            <a:off x="6265333" y="2628900"/>
            <a:ext cx="33867" cy="914400"/>
          </a:xfrm>
          <a:custGeom>
            <a:avLst/>
            <a:gdLst/>
            <a:ahLst/>
            <a:cxnLst/>
            <a:rect l="l" t="t" r="r" b="b"/>
            <a:pathLst>
              <a:path w="33867" h="914400">
                <a:moveTo>
                  <a:pt x="33867" y="0"/>
                </a:moveTo>
                <a:lnTo>
                  <a:pt x="33867" y="0"/>
                </a:lnTo>
                <a:lnTo>
                  <a:pt x="33867" y="914400"/>
                </a:lnTo>
                <a:lnTo>
                  <a:pt x="33867" y="914400"/>
                </a:lnTo>
                <a:cubicBezTo>
                  <a:pt x="15163" y="914400"/>
                  <a:pt x="0" y="899237"/>
                  <a:pt x="0" y="8805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00B8DB"/>
          </a:solidFill>
          <a:ln/>
        </p:spPr>
      </p:sp>
      <p:sp>
        <p:nvSpPr>
          <p:cNvPr id="24" name="Shape 22"/>
          <p:cNvSpPr/>
          <p:nvPr/>
        </p:nvSpPr>
        <p:spPr>
          <a:xfrm>
            <a:off x="6472767" y="2819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B8DB"/>
          </a:solidFill>
          <a:ln/>
        </p:spPr>
      </p:sp>
      <p:sp>
        <p:nvSpPr>
          <p:cNvPr id="25" name="Text 23"/>
          <p:cNvSpPr/>
          <p:nvPr/>
        </p:nvSpPr>
        <p:spPr>
          <a:xfrm>
            <a:off x="6425142" y="28194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082367" y="2819400"/>
            <a:ext cx="2543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JavaScript Frontend - React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82367" y="3124200"/>
            <a:ext cx="2524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A72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Ứng dụng web với React &amp; Vite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97933" y="3733800"/>
            <a:ext cx="5541433" cy="914400"/>
          </a:xfrm>
          <a:custGeom>
            <a:avLst/>
            <a:gdLst/>
            <a:ahLst/>
            <a:cxnLst/>
            <a:rect l="l" t="t" r="r" b="b"/>
            <a:pathLst>
              <a:path w="5541433" h="914400">
                <a:moveTo>
                  <a:pt x="33867" y="0"/>
                </a:moveTo>
                <a:lnTo>
                  <a:pt x="5389030" y="0"/>
                </a:lnTo>
                <a:cubicBezTo>
                  <a:pt x="5473200" y="0"/>
                  <a:pt x="5541433" y="68233"/>
                  <a:pt x="5541433" y="152403"/>
                </a:cubicBezTo>
                <a:lnTo>
                  <a:pt x="5541433" y="761997"/>
                </a:lnTo>
                <a:cubicBezTo>
                  <a:pt x="5541433" y="846167"/>
                  <a:pt x="5473200" y="914400"/>
                  <a:pt x="5389030" y="914400"/>
                </a:cubicBezTo>
                <a:lnTo>
                  <a:pt x="33867" y="914400"/>
                </a:lnTo>
                <a:cubicBezTo>
                  <a:pt x="15163" y="914400"/>
                  <a:pt x="0" y="899237"/>
                  <a:pt x="0" y="8805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gradFill flip="none" rotWithShape="1">
            <a:gsLst>
              <a:gs pos="0">
                <a:srgbClr val="FFF7ED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29" name="Shape 27"/>
          <p:cNvSpPr/>
          <p:nvPr/>
        </p:nvSpPr>
        <p:spPr>
          <a:xfrm>
            <a:off x="397933" y="3733800"/>
            <a:ext cx="33867" cy="914400"/>
          </a:xfrm>
          <a:custGeom>
            <a:avLst/>
            <a:gdLst/>
            <a:ahLst/>
            <a:cxnLst/>
            <a:rect l="l" t="t" r="r" b="b"/>
            <a:pathLst>
              <a:path w="33867" h="914400">
                <a:moveTo>
                  <a:pt x="33867" y="0"/>
                </a:moveTo>
                <a:lnTo>
                  <a:pt x="33867" y="0"/>
                </a:lnTo>
                <a:lnTo>
                  <a:pt x="33867" y="914400"/>
                </a:lnTo>
                <a:lnTo>
                  <a:pt x="33867" y="914400"/>
                </a:lnTo>
                <a:cubicBezTo>
                  <a:pt x="15163" y="914400"/>
                  <a:pt x="0" y="899237"/>
                  <a:pt x="0" y="8805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FF6900"/>
          </a:solidFill>
          <a:ln/>
        </p:spPr>
      </p:sp>
      <p:sp>
        <p:nvSpPr>
          <p:cNvPr id="30" name="Shape 28"/>
          <p:cNvSpPr/>
          <p:nvPr/>
        </p:nvSpPr>
        <p:spPr>
          <a:xfrm>
            <a:off x="605367" y="3924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6900"/>
          </a:solidFill>
          <a:ln/>
        </p:spPr>
      </p:sp>
      <p:sp>
        <p:nvSpPr>
          <p:cNvPr id="31" name="Text 29"/>
          <p:cNvSpPr/>
          <p:nvPr/>
        </p:nvSpPr>
        <p:spPr>
          <a:xfrm>
            <a:off x="557742" y="39243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214967" y="3924300"/>
            <a:ext cx="2600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Java Migration - Spring Boot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214967" y="4229100"/>
            <a:ext cx="2581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A72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Migrate từ Python sang Java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265333" y="3733800"/>
            <a:ext cx="5541433" cy="914400"/>
          </a:xfrm>
          <a:custGeom>
            <a:avLst/>
            <a:gdLst/>
            <a:ahLst/>
            <a:cxnLst/>
            <a:rect l="l" t="t" r="r" b="b"/>
            <a:pathLst>
              <a:path w="5541433" h="914400">
                <a:moveTo>
                  <a:pt x="33867" y="0"/>
                </a:moveTo>
                <a:lnTo>
                  <a:pt x="5389030" y="0"/>
                </a:lnTo>
                <a:cubicBezTo>
                  <a:pt x="5473200" y="0"/>
                  <a:pt x="5541433" y="68233"/>
                  <a:pt x="5541433" y="152403"/>
                </a:cubicBezTo>
                <a:lnTo>
                  <a:pt x="5541433" y="761997"/>
                </a:lnTo>
                <a:cubicBezTo>
                  <a:pt x="5541433" y="846167"/>
                  <a:pt x="5473200" y="914400"/>
                  <a:pt x="5389030" y="914400"/>
                </a:cubicBezTo>
                <a:lnTo>
                  <a:pt x="33867" y="914400"/>
                </a:lnTo>
                <a:cubicBezTo>
                  <a:pt x="15163" y="914400"/>
                  <a:pt x="0" y="899237"/>
                  <a:pt x="0" y="8805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gradFill flip="none" rotWithShape="1">
            <a:gsLst>
              <a:gs pos="0">
                <a:srgbClr val="EEF2FF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35" name="Shape 33"/>
          <p:cNvSpPr/>
          <p:nvPr/>
        </p:nvSpPr>
        <p:spPr>
          <a:xfrm>
            <a:off x="6265333" y="3733800"/>
            <a:ext cx="33867" cy="914400"/>
          </a:xfrm>
          <a:custGeom>
            <a:avLst/>
            <a:gdLst/>
            <a:ahLst/>
            <a:cxnLst/>
            <a:rect l="l" t="t" r="r" b="b"/>
            <a:pathLst>
              <a:path w="33867" h="914400">
                <a:moveTo>
                  <a:pt x="33867" y="0"/>
                </a:moveTo>
                <a:lnTo>
                  <a:pt x="33867" y="0"/>
                </a:lnTo>
                <a:lnTo>
                  <a:pt x="33867" y="914400"/>
                </a:lnTo>
                <a:lnTo>
                  <a:pt x="33867" y="914400"/>
                </a:lnTo>
                <a:cubicBezTo>
                  <a:pt x="15163" y="914400"/>
                  <a:pt x="0" y="899237"/>
                  <a:pt x="0" y="8805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615FFF"/>
          </a:solidFill>
          <a:ln/>
        </p:spPr>
      </p:sp>
      <p:sp>
        <p:nvSpPr>
          <p:cNvPr id="36" name="Shape 34"/>
          <p:cNvSpPr/>
          <p:nvPr/>
        </p:nvSpPr>
        <p:spPr>
          <a:xfrm>
            <a:off x="6472767" y="3924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15FFF"/>
          </a:solidFill>
          <a:ln/>
        </p:spPr>
      </p:sp>
      <p:sp>
        <p:nvSpPr>
          <p:cNvPr id="37" name="Text 35"/>
          <p:cNvSpPr/>
          <p:nvPr/>
        </p:nvSpPr>
        <p:spPr>
          <a:xfrm>
            <a:off x="6425142" y="39243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082367" y="3924300"/>
            <a:ext cx="2619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.NET Migration - Minimal API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082367" y="4229100"/>
            <a:ext cx="2600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A72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Migrate sang .NET 8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97933" y="4838700"/>
            <a:ext cx="5541433" cy="914400"/>
          </a:xfrm>
          <a:custGeom>
            <a:avLst/>
            <a:gdLst/>
            <a:ahLst/>
            <a:cxnLst/>
            <a:rect l="l" t="t" r="r" b="b"/>
            <a:pathLst>
              <a:path w="5541433" h="914400">
                <a:moveTo>
                  <a:pt x="33867" y="0"/>
                </a:moveTo>
                <a:lnTo>
                  <a:pt x="5389030" y="0"/>
                </a:lnTo>
                <a:cubicBezTo>
                  <a:pt x="5473200" y="0"/>
                  <a:pt x="5541433" y="68233"/>
                  <a:pt x="5541433" y="152403"/>
                </a:cubicBezTo>
                <a:lnTo>
                  <a:pt x="5541433" y="761997"/>
                </a:lnTo>
                <a:cubicBezTo>
                  <a:pt x="5541433" y="846167"/>
                  <a:pt x="5473200" y="914400"/>
                  <a:pt x="5389030" y="914400"/>
                </a:cubicBezTo>
                <a:lnTo>
                  <a:pt x="33867" y="914400"/>
                </a:lnTo>
                <a:cubicBezTo>
                  <a:pt x="15163" y="914400"/>
                  <a:pt x="0" y="899237"/>
                  <a:pt x="0" y="8805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gradFill flip="none" rotWithShape="1">
            <a:gsLst>
              <a:gs pos="0">
                <a:srgbClr val="F0FDFA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1" name="Shape 39"/>
          <p:cNvSpPr/>
          <p:nvPr/>
        </p:nvSpPr>
        <p:spPr>
          <a:xfrm>
            <a:off x="397933" y="4838700"/>
            <a:ext cx="33867" cy="914400"/>
          </a:xfrm>
          <a:custGeom>
            <a:avLst/>
            <a:gdLst/>
            <a:ahLst/>
            <a:cxnLst/>
            <a:rect l="l" t="t" r="r" b="b"/>
            <a:pathLst>
              <a:path w="33867" h="914400">
                <a:moveTo>
                  <a:pt x="33867" y="0"/>
                </a:moveTo>
                <a:lnTo>
                  <a:pt x="33867" y="0"/>
                </a:lnTo>
                <a:lnTo>
                  <a:pt x="33867" y="914400"/>
                </a:lnTo>
                <a:lnTo>
                  <a:pt x="33867" y="914400"/>
                </a:lnTo>
                <a:cubicBezTo>
                  <a:pt x="15163" y="914400"/>
                  <a:pt x="0" y="899237"/>
                  <a:pt x="0" y="8805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00BBA7"/>
          </a:solidFill>
          <a:ln/>
        </p:spPr>
      </p:sp>
      <p:sp>
        <p:nvSpPr>
          <p:cNvPr id="42" name="Shape 40"/>
          <p:cNvSpPr/>
          <p:nvPr/>
        </p:nvSpPr>
        <p:spPr>
          <a:xfrm>
            <a:off x="605367" y="5029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BBA7"/>
          </a:solidFill>
          <a:ln/>
        </p:spPr>
      </p:sp>
      <p:sp>
        <p:nvSpPr>
          <p:cNvPr id="43" name="Text 41"/>
          <p:cNvSpPr/>
          <p:nvPr/>
        </p:nvSpPr>
        <p:spPr>
          <a:xfrm>
            <a:off x="557742" y="50292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07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214967" y="5029200"/>
            <a:ext cx="2200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Docker Containerization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214967" y="5334000"/>
            <a:ext cx="2181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A72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Container hóa ứng dụng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265333" y="4838700"/>
            <a:ext cx="5541433" cy="914400"/>
          </a:xfrm>
          <a:custGeom>
            <a:avLst/>
            <a:gdLst/>
            <a:ahLst/>
            <a:cxnLst/>
            <a:rect l="l" t="t" r="r" b="b"/>
            <a:pathLst>
              <a:path w="5541433" h="914400">
                <a:moveTo>
                  <a:pt x="33867" y="0"/>
                </a:moveTo>
                <a:lnTo>
                  <a:pt x="5389030" y="0"/>
                </a:lnTo>
                <a:cubicBezTo>
                  <a:pt x="5473200" y="0"/>
                  <a:pt x="5541433" y="68233"/>
                  <a:pt x="5541433" y="152403"/>
                </a:cubicBezTo>
                <a:lnTo>
                  <a:pt x="5541433" y="761997"/>
                </a:lnTo>
                <a:cubicBezTo>
                  <a:pt x="5541433" y="846167"/>
                  <a:pt x="5473200" y="914400"/>
                  <a:pt x="5389030" y="914400"/>
                </a:cubicBezTo>
                <a:lnTo>
                  <a:pt x="33867" y="914400"/>
                </a:lnTo>
                <a:cubicBezTo>
                  <a:pt x="15163" y="914400"/>
                  <a:pt x="0" y="899237"/>
                  <a:pt x="0" y="8805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gradFill flip="none" rotWithShape="1">
            <a:gsLst>
              <a:gs pos="0">
                <a:srgbClr val="FFF1F2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7" name="Shape 45"/>
          <p:cNvSpPr/>
          <p:nvPr/>
        </p:nvSpPr>
        <p:spPr>
          <a:xfrm>
            <a:off x="6265333" y="4838700"/>
            <a:ext cx="33867" cy="914400"/>
          </a:xfrm>
          <a:custGeom>
            <a:avLst/>
            <a:gdLst/>
            <a:ahLst/>
            <a:cxnLst/>
            <a:rect l="l" t="t" r="r" b="b"/>
            <a:pathLst>
              <a:path w="33867" h="914400">
                <a:moveTo>
                  <a:pt x="33867" y="0"/>
                </a:moveTo>
                <a:lnTo>
                  <a:pt x="33867" y="0"/>
                </a:lnTo>
                <a:lnTo>
                  <a:pt x="33867" y="914400"/>
                </a:lnTo>
                <a:lnTo>
                  <a:pt x="33867" y="914400"/>
                </a:lnTo>
                <a:cubicBezTo>
                  <a:pt x="15163" y="914400"/>
                  <a:pt x="0" y="899237"/>
                  <a:pt x="0" y="8805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FF2056"/>
          </a:solidFill>
          <a:ln/>
        </p:spPr>
      </p:sp>
      <p:sp>
        <p:nvSpPr>
          <p:cNvPr id="48" name="Shape 46"/>
          <p:cNvSpPr/>
          <p:nvPr/>
        </p:nvSpPr>
        <p:spPr>
          <a:xfrm>
            <a:off x="6472767" y="5029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2056"/>
          </a:solidFill>
          <a:ln/>
        </p:spPr>
      </p:sp>
      <p:sp>
        <p:nvSpPr>
          <p:cNvPr id="49" name="Text 47"/>
          <p:cNvSpPr/>
          <p:nvPr/>
        </p:nvSpPr>
        <p:spPr>
          <a:xfrm>
            <a:off x="6425142" y="50292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08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082367" y="5029200"/>
            <a:ext cx="1819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Kết luận &amp; Bài học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082367" y="5334000"/>
            <a:ext cx="1800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A72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Đánh giá và kinh nghiệm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8667" y="338667"/>
            <a:ext cx="1158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7" b="1" kern="0" spc="107" dirty="0">
                <a:solidFill>
                  <a:srgbClr val="2B7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8667" y="609600"/>
            <a:ext cx="11717867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00" b="1" dirty="0">
                <a:solidFill>
                  <a:srgbClr val="10182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GIỚI THIỆU &amp; PHÂN CÔNG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2430" y="1290696"/>
            <a:ext cx="5612459" cy="1768593"/>
          </a:xfrm>
          <a:custGeom>
            <a:avLst/>
            <a:gdLst/>
            <a:ahLst/>
            <a:cxnLst/>
            <a:rect l="l" t="t" r="r" b="b"/>
            <a:pathLst>
              <a:path w="5612459" h="1768593">
                <a:moveTo>
                  <a:pt x="203194" y="0"/>
                </a:moveTo>
                <a:lnTo>
                  <a:pt x="5409266" y="0"/>
                </a:lnTo>
                <a:cubicBezTo>
                  <a:pt x="5521486" y="0"/>
                  <a:pt x="5612459" y="90973"/>
                  <a:pt x="5612459" y="203194"/>
                </a:cubicBezTo>
                <a:lnTo>
                  <a:pt x="5612459" y="1565399"/>
                </a:lnTo>
                <a:cubicBezTo>
                  <a:pt x="5612459" y="1677620"/>
                  <a:pt x="5521486" y="1768593"/>
                  <a:pt x="5409266" y="1768593"/>
                </a:cubicBezTo>
                <a:lnTo>
                  <a:pt x="203194" y="1768593"/>
                </a:lnTo>
                <a:cubicBezTo>
                  <a:pt x="91048" y="1768593"/>
                  <a:pt x="0" y="1677545"/>
                  <a:pt x="0" y="1565399"/>
                </a:cubicBezTo>
                <a:lnTo>
                  <a:pt x="0" y="203194"/>
                </a:lnTo>
                <a:cubicBezTo>
                  <a:pt x="0" y="91048"/>
                  <a:pt x="91048" y="0"/>
                  <a:pt x="203194" y="0"/>
                </a:cubicBezTo>
                <a:close/>
              </a:path>
            </a:pathLst>
          </a:custGeom>
          <a:gradFill flip="none" rotWithShape="1">
            <a:gsLst>
              <a:gs pos="0">
                <a:srgbClr val="EFF6FF"/>
              </a:gs>
              <a:gs pos="100000">
                <a:srgbClr val="FAF5FF"/>
              </a:gs>
            </a:gsLst>
            <a:lin ang="2700000" scaled="1"/>
          </a:gradFill>
          <a:ln w="11289">
            <a:solidFill>
              <a:srgbClr val="DBEA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9393" y="1497659"/>
            <a:ext cx="474133" cy="474133"/>
          </a:xfrm>
          <a:custGeom>
            <a:avLst/>
            <a:gdLst/>
            <a:ahLst/>
            <a:cxnLst/>
            <a:rect l="l" t="t" r="r" b="b"/>
            <a:pathLst>
              <a:path w="474133" h="474133">
                <a:moveTo>
                  <a:pt x="135465" y="0"/>
                </a:moveTo>
                <a:lnTo>
                  <a:pt x="338669" y="0"/>
                </a:lnTo>
                <a:cubicBezTo>
                  <a:pt x="413484" y="0"/>
                  <a:pt x="474133" y="60650"/>
                  <a:pt x="474133" y="135465"/>
                </a:cubicBezTo>
                <a:lnTo>
                  <a:pt x="474133" y="338669"/>
                </a:lnTo>
                <a:cubicBezTo>
                  <a:pt x="474133" y="413484"/>
                  <a:pt x="413484" y="474133"/>
                  <a:pt x="338669" y="474133"/>
                </a:cubicBezTo>
                <a:lnTo>
                  <a:pt x="135465" y="474133"/>
                </a:lnTo>
                <a:cubicBezTo>
                  <a:pt x="60650" y="474133"/>
                  <a:pt x="0" y="413484"/>
                  <a:pt x="0" y="338669"/>
                </a:cubicBezTo>
                <a:lnTo>
                  <a:pt x="0" y="135465"/>
                </a:lnTo>
                <a:cubicBezTo>
                  <a:pt x="0" y="60650"/>
                  <a:pt x="60650" y="0"/>
                  <a:pt x="135465" y="0"/>
                </a:cubicBezTo>
                <a:close/>
              </a:path>
            </a:pathLst>
          </a:custGeom>
          <a:gradFill flip="none" rotWithShape="1">
            <a:gsLst>
              <a:gs pos="0">
                <a:srgbClr val="2B7FFF"/>
              </a:gs>
              <a:gs pos="100000">
                <a:srgbClr val="9810FA"/>
              </a:gs>
            </a:gsLst>
            <a:lin ang="270000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710259" y="1633126"/>
            <a:ext cx="152400" cy="203200"/>
          </a:xfrm>
          <a:custGeom>
            <a:avLst/>
            <a:gdLst/>
            <a:ahLst/>
            <a:cxnLst/>
            <a:rect l="l" t="t" r="r" b="b"/>
            <a:pathLst>
              <a:path w="152400" h="203200">
                <a:moveTo>
                  <a:pt x="116245" y="152400"/>
                </a:moveTo>
                <a:cubicBezTo>
                  <a:pt x="119142" y="143550"/>
                  <a:pt x="124936" y="135533"/>
                  <a:pt x="131485" y="128627"/>
                </a:cubicBezTo>
                <a:cubicBezTo>
                  <a:pt x="144462" y="114975"/>
                  <a:pt x="152400" y="96520"/>
                  <a:pt x="152400" y="76200"/>
                </a:cubicBezTo>
                <a:cubicBezTo>
                  <a:pt x="152400" y="34131"/>
                  <a:pt x="118269" y="0"/>
                  <a:pt x="76200" y="0"/>
                </a:cubicBezTo>
                <a:cubicBezTo>
                  <a:pt x="34131" y="0"/>
                  <a:pt x="0" y="34131"/>
                  <a:pt x="0" y="76200"/>
                </a:cubicBezTo>
                <a:cubicBezTo>
                  <a:pt x="0" y="96520"/>
                  <a:pt x="7938" y="114975"/>
                  <a:pt x="20915" y="128627"/>
                </a:cubicBezTo>
                <a:cubicBezTo>
                  <a:pt x="27464" y="135533"/>
                  <a:pt x="33298" y="143550"/>
                  <a:pt x="36155" y="152400"/>
                </a:cubicBezTo>
                <a:lnTo>
                  <a:pt x="116205" y="152400"/>
                </a:lnTo>
                <a:close/>
                <a:moveTo>
                  <a:pt x="114300" y="171450"/>
                </a:moveTo>
                <a:lnTo>
                  <a:pt x="38100" y="171450"/>
                </a:lnTo>
                <a:lnTo>
                  <a:pt x="38100" y="177800"/>
                </a:lnTo>
                <a:cubicBezTo>
                  <a:pt x="38100" y="195342"/>
                  <a:pt x="52308" y="209550"/>
                  <a:pt x="69850" y="209550"/>
                </a:cubicBezTo>
                <a:lnTo>
                  <a:pt x="82550" y="209550"/>
                </a:lnTo>
                <a:cubicBezTo>
                  <a:pt x="100092" y="209550"/>
                  <a:pt x="114300" y="195342"/>
                  <a:pt x="114300" y="177800"/>
                </a:cubicBezTo>
                <a:lnTo>
                  <a:pt x="114300" y="171450"/>
                </a:lnTo>
                <a:close/>
                <a:moveTo>
                  <a:pt x="73025" y="44450"/>
                </a:moveTo>
                <a:cubicBezTo>
                  <a:pt x="57229" y="44450"/>
                  <a:pt x="44450" y="57229"/>
                  <a:pt x="44450" y="73025"/>
                </a:cubicBezTo>
                <a:cubicBezTo>
                  <a:pt x="44450" y="78303"/>
                  <a:pt x="40203" y="82550"/>
                  <a:pt x="34925" y="82550"/>
                </a:cubicBezTo>
                <a:cubicBezTo>
                  <a:pt x="29647" y="82550"/>
                  <a:pt x="25400" y="78303"/>
                  <a:pt x="25400" y="73025"/>
                </a:cubicBezTo>
                <a:cubicBezTo>
                  <a:pt x="25400" y="46712"/>
                  <a:pt x="46712" y="25400"/>
                  <a:pt x="73025" y="25400"/>
                </a:cubicBezTo>
                <a:cubicBezTo>
                  <a:pt x="78303" y="25400"/>
                  <a:pt x="82550" y="29647"/>
                  <a:pt x="82550" y="34925"/>
                </a:cubicBezTo>
                <a:cubicBezTo>
                  <a:pt x="82550" y="40203"/>
                  <a:pt x="78303" y="44450"/>
                  <a:pt x="73025" y="444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158993" y="1599259"/>
            <a:ext cx="1786467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0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Vibe Coding là gì?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9393" y="2107259"/>
            <a:ext cx="5274733" cy="745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Phương pháp lập trình được hỗ trợ bởi </a:t>
            </a:r>
            <a:r>
              <a:rPr lang="en-US" sz="1200" b="1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</a:t>
            </a:r>
            <a:r>
              <a:rPr lang="en-US" sz="1200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sử dụng </a:t>
            </a:r>
            <a:r>
              <a:rPr lang="en-US" sz="1200" b="1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GitHub Copilot</a:t>
            </a:r>
            <a:r>
              <a:rPr lang="en-US" sz="1200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để tăng tốc độ phát triển phần mềm thông qua việc sinh mã tự động, giảm thiểu code boilerplate và tập trung vào logic nghiệp vụ.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42430" y="3267899"/>
            <a:ext cx="5612459" cy="2174993"/>
          </a:xfrm>
          <a:custGeom>
            <a:avLst/>
            <a:gdLst/>
            <a:ahLst/>
            <a:cxnLst/>
            <a:rect l="l" t="t" r="r" b="b"/>
            <a:pathLst>
              <a:path w="5612459" h="2174993">
                <a:moveTo>
                  <a:pt x="203210" y="0"/>
                </a:moveTo>
                <a:lnTo>
                  <a:pt x="5409250" y="0"/>
                </a:lnTo>
                <a:cubicBezTo>
                  <a:pt x="5521479" y="0"/>
                  <a:pt x="5612459" y="90980"/>
                  <a:pt x="5612459" y="203210"/>
                </a:cubicBezTo>
                <a:lnTo>
                  <a:pt x="5612459" y="1971783"/>
                </a:lnTo>
                <a:cubicBezTo>
                  <a:pt x="5612459" y="2084013"/>
                  <a:pt x="5521479" y="2174993"/>
                  <a:pt x="5409250" y="2174993"/>
                </a:cubicBezTo>
                <a:lnTo>
                  <a:pt x="203210" y="2174993"/>
                </a:lnTo>
                <a:cubicBezTo>
                  <a:pt x="91055" y="2174993"/>
                  <a:pt x="0" y="2083937"/>
                  <a:pt x="0" y="1971783"/>
                </a:cubicBezTo>
                <a:lnTo>
                  <a:pt x="0" y="203210"/>
                </a:lnTo>
                <a:cubicBezTo>
                  <a:pt x="0" y="91055"/>
                  <a:pt x="91055" y="0"/>
                  <a:pt x="203210" y="0"/>
                </a:cubicBezTo>
                <a:close/>
              </a:path>
            </a:pathLst>
          </a:custGeom>
          <a:gradFill flip="none" rotWithShape="1">
            <a:gsLst>
              <a:gs pos="0">
                <a:srgbClr val="F0FDF4"/>
              </a:gs>
              <a:gs pos="100000">
                <a:srgbClr val="ECFEFF"/>
              </a:gs>
            </a:gsLst>
            <a:lin ang="2700000" scaled="1"/>
          </a:gradFill>
          <a:ln w="11289">
            <a:solidFill>
              <a:srgbClr val="DCFC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9393" y="3474861"/>
            <a:ext cx="474133" cy="474133"/>
          </a:xfrm>
          <a:custGeom>
            <a:avLst/>
            <a:gdLst/>
            <a:ahLst/>
            <a:cxnLst/>
            <a:rect l="l" t="t" r="r" b="b"/>
            <a:pathLst>
              <a:path w="474133" h="474133">
                <a:moveTo>
                  <a:pt x="135465" y="0"/>
                </a:moveTo>
                <a:lnTo>
                  <a:pt x="338669" y="0"/>
                </a:lnTo>
                <a:cubicBezTo>
                  <a:pt x="413484" y="0"/>
                  <a:pt x="474133" y="60650"/>
                  <a:pt x="474133" y="135465"/>
                </a:cubicBezTo>
                <a:lnTo>
                  <a:pt x="474133" y="338669"/>
                </a:lnTo>
                <a:cubicBezTo>
                  <a:pt x="474133" y="413484"/>
                  <a:pt x="413484" y="474133"/>
                  <a:pt x="338669" y="474133"/>
                </a:cubicBezTo>
                <a:lnTo>
                  <a:pt x="135465" y="474133"/>
                </a:lnTo>
                <a:cubicBezTo>
                  <a:pt x="60650" y="474133"/>
                  <a:pt x="0" y="413484"/>
                  <a:pt x="0" y="338669"/>
                </a:cubicBezTo>
                <a:lnTo>
                  <a:pt x="0" y="135465"/>
                </a:lnTo>
                <a:cubicBezTo>
                  <a:pt x="0" y="60650"/>
                  <a:pt x="60650" y="0"/>
                  <a:pt x="135465" y="0"/>
                </a:cubicBezTo>
                <a:close/>
              </a:path>
            </a:pathLst>
          </a:custGeom>
          <a:gradFill flip="none" rotWithShape="1">
            <a:gsLst>
              <a:gs pos="0">
                <a:srgbClr val="00C950"/>
              </a:gs>
              <a:gs pos="100000">
                <a:srgbClr val="0092B8"/>
              </a:gs>
            </a:gsLst>
            <a:lin ang="2700000" scaled="1"/>
          </a:gradFill>
          <a:ln/>
        </p:spPr>
      </p:sp>
      <p:sp>
        <p:nvSpPr>
          <p:cNvPr id="11" name="Shape 9"/>
          <p:cNvSpPr/>
          <p:nvPr/>
        </p:nvSpPr>
        <p:spPr>
          <a:xfrm>
            <a:off x="684859" y="3610327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77800" y="101600"/>
                </a:moveTo>
                <a:cubicBezTo>
                  <a:pt x="177800" y="59544"/>
                  <a:pt x="143656" y="25400"/>
                  <a:pt x="101600" y="25400"/>
                </a:cubicBezTo>
                <a:cubicBezTo>
                  <a:pt x="59544" y="25400"/>
                  <a:pt x="25400" y="59544"/>
                  <a:pt x="25400" y="101600"/>
                </a:cubicBezTo>
                <a:cubicBezTo>
                  <a:pt x="25400" y="143656"/>
                  <a:pt x="59544" y="177800"/>
                  <a:pt x="101600" y="177800"/>
                </a:cubicBezTo>
                <a:cubicBezTo>
                  <a:pt x="143656" y="177800"/>
                  <a:pt x="177800" y="143656"/>
                  <a:pt x="177800" y="101600"/>
                </a:cubicBezTo>
                <a:close/>
                <a:moveTo>
                  <a:pt x="0" y="101600"/>
                </a:moveTo>
                <a:cubicBezTo>
                  <a:pt x="0" y="45525"/>
                  <a:pt x="45525" y="0"/>
                  <a:pt x="101600" y="0"/>
                </a:cubicBezTo>
                <a:cubicBezTo>
                  <a:pt x="157675" y="0"/>
                  <a:pt x="203200" y="45525"/>
                  <a:pt x="203200" y="101600"/>
                </a:cubicBezTo>
                <a:cubicBezTo>
                  <a:pt x="203200" y="157675"/>
                  <a:pt x="157675" y="203200"/>
                  <a:pt x="101600" y="203200"/>
                </a:cubicBezTo>
                <a:cubicBezTo>
                  <a:pt x="45525" y="203200"/>
                  <a:pt x="0" y="157675"/>
                  <a:pt x="0" y="101600"/>
                </a:cubicBezTo>
                <a:close/>
                <a:moveTo>
                  <a:pt x="101600" y="133350"/>
                </a:moveTo>
                <a:cubicBezTo>
                  <a:pt x="119123" y="133350"/>
                  <a:pt x="133350" y="119123"/>
                  <a:pt x="133350" y="101600"/>
                </a:cubicBezTo>
                <a:cubicBezTo>
                  <a:pt x="133350" y="84077"/>
                  <a:pt x="119123" y="69850"/>
                  <a:pt x="101600" y="69850"/>
                </a:cubicBezTo>
                <a:cubicBezTo>
                  <a:pt x="84077" y="69850"/>
                  <a:pt x="69850" y="84077"/>
                  <a:pt x="69850" y="101600"/>
                </a:cubicBezTo>
                <a:cubicBezTo>
                  <a:pt x="69850" y="119123"/>
                  <a:pt x="84077" y="133350"/>
                  <a:pt x="101600" y="133350"/>
                </a:cubicBezTo>
                <a:close/>
                <a:moveTo>
                  <a:pt x="101600" y="44450"/>
                </a:moveTo>
                <a:cubicBezTo>
                  <a:pt x="133142" y="44450"/>
                  <a:pt x="158750" y="70058"/>
                  <a:pt x="158750" y="101600"/>
                </a:cubicBezTo>
                <a:cubicBezTo>
                  <a:pt x="158750" y="133142"/>
                  <a:pt x="133142" y="158750"/>
                  <a:pt x="101600" y="158750"/>
                </a:cubicBezTo>
                <a:cubicBezTo>
                  <a:pt x="70058" y="158750"/>
                  <a:pt x="44450" y="133142"/>
                  <a:pt x="44450" y="101600"/>
                </a:cubicBezTo>
                <a:cubicBezTo>
                  <a:pt x="44450" y="70058"/>
                  <a:pt x="70058" y="44450"/>
                  <a:pt x="101600" y="44450"/>
                </a:cubicBezTo>
                <a:close/>
                <a:moveTo>
                  <a:pt x="88900" y="101600"/>
                </a:moveTo>
                <a:cubicBezTo>
                  <a:pt x="88900" y="94591"/>
                  <a:pt x="94591" y="88900"/>
                  <a:pt x="101600" y="88900"/>
                </a:cubicBezTo>
                <a:cubicBezTo>
                  <a:pt x="108609" y="88900"/>
                  <a:pt x="114300" y="94591"/>
                  <a:pt x="114300" y="101600"/>
                </a:cubicBezTo>
                <a:cubicBezTo>
                  <a:pt x="114300" y="108609"/>
                  <a:pt x="108609" y="114300"/>
                  <a:pt x="101600" y="114300"/>
                </a:cubicBezTo>
                <a:cubicBezTo>
                  <a:pt x="94591" y="114300"/>
                  <a:pt x="88900" y="108609"/>
                  <a:pt x="88900" y="1016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1158993" y="3576461"/>
            <a:ext cx="1498600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0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Mục tiêu đề tài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0559" y="411832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14" name="Text 12"/>
          <p:cNvSpPr/>
          <p:nvPr/>
        </p:nvSpPr>
        <p:spPr>
          <a:xfrm>
            <a:off x="841493" y="4084461"/>
            <a:ext cx="3649133" cy="237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Tìm hiểu công nghệ GitHub Copilot và Vibe Coding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70559" y="442312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16" name="Text 14"/>
          <p:cNvSpPr/>
          <p:nvPr/>
        </p:nvSpPr>
        <p:spPr>
          <a:xfrm>
            <a:off x="841493" y="4389262"/>
            <a:ext cx="3031067" cy="237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Xây dựng ứng dụng full-stack với AI hỗ trợ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70559" y="472792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18" name="Text 16"/>
          <p:cNvSpPr/>
          <p:nvPr/>
        </p:nvSpPr>
        <p:spPr>
          <a:xfrm>
            <a:off x="841493" y="4694062"/>
            <a:ext cx="4106333" cy="237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Thực hiện migration đa nền tảng (Python → Java → .NET)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70559" y="503272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20" name="Text 18"/>
          <p:cNvSpPr/>
          <p:nvPr/>
        </p:nvSpPr>
        <p:spPr>
          <a:xfrm>
            <a:off x="841493" y="4998862"/>
            <a:ext cx="2565400" cy="237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Container hóa ứng dụng với Docker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35230" y="1290696"/>
            <a:ext cx="5612459" cy="5222993"/>
          </a:xfrm>
          <a:custGeom>
            <a:avLst/>
            <a:gdLst/>
            <a:ahLst/>
            <a:cxnLst/>
            <a:rect l="l" t="t" r="r" b="b"/>
            <a:pathLst>
              <a:path w="5612459" h="5222993">
                <a:moveTo>
                  <a:pt x="203174" y="0"/>
                </a:moveTo>
                <a:lnTo>
                  <a:pt x="5409285" y="0"/>
                </a:lnTo>
                <a:cubicBezTo>
                  <a:pt x="5521495" y="0"/>
                  <a:pt x="5612459" y="90964"/>
                  <a:pt x="5612459" y="203174"/>
                </a:cubicBezTo>
                <a:lnTo>
                  <a:pt x="5612459" y="5019818"/>
                </a:lnTo>
                <a:cubicBezTo>
                  <a:pt x="5612459" y="5132028"/>
                  <a:pt x="5521495" y="5222993"/>
                  <a:pt x="5409285" y="5222993"/>
                </a:cubicBezTo>
                <a:lnTo>
                  <a:pt x="203174" y="5222993"/>
                </a:lnTo>
                <a:cubicBezTo>
                  <a:pt x="90964" y="5222993"/>
                  <a:pt x="0" y="5132028"/>
                  <a:pt x="0" y="5019818"/>
                </a:cubicBezTo>
                <a:lnTo>
                  <a:pt x="0" y="203174"/>
                </a:lnTo>
                <a:cubicBezTo>
                  <a:pt x="0" y="90964"/>
                  <a:pt x="90964" y="0"/>
                  <a:pt x="203174" y="0"/>
                </a:cubicBezTo>
                <a:close/>
              </a:path>
            </a:pathLst>
          </a:custGeom>
          <a:solidFill>
            <a:srgbClr val="FFFFFF"/>
          </a:solidFill>
          <a:ln w="11289">
            <a:solidFill>
              <a:srgbClr val="E5E7EB"/>
            </a:solidFill>
            <a:prstDash val="solid"/>
          </a:ln>
          <a:effectLst>
            <a:outerShdw blurRad="203200" dist="33867" dir="5400000" algn="bl" rotWithShape="0">
              <a:srgbClr val="000000">
                <a:alpha val="7843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42193" y="1531408"/>
            <a:ext cx="254000" cy="203200"/>
          </a:xfrm>
          <a:custGeom>
            <a:avLst/>
            <a:gdLst/>
            <a:ahLst/>
            <a:cxnLst/>
            <a:rect l="l" t="t" r="r" b="b"/>
            <a:pathLst>
              <a:path w="254000" h="203200">
                <a:moveTo>
                  <a:pt x="127000" y="6350"/>
                </a:moveTo>
                <a:cubicBezTo>
                  <a:pt x="149780" y="6350"/>
                  <a:pt x="168275" y="24845"/>
                  <a:pt x="168275" y="47625"/>
                </a:cubicBezTo>
                <a:cubicBezTo>
                  <a:pt x="168275" y="70405"/>
                  <a:pt x="149780" y="88900"/>
                  <a:pt x="127000" y="88900"/>
                </a:cubicBezTo>
                <a:cubicBezTo>
                  <a:pt x="104220" y="88900"/>
                  <a:pt x="85725" y="70405"/>
                  <a:pt x="85725" y="47625"/>
                </a:cubicBezTo>
                <a:cubicBezTo>
                  <a:pt x="85725" y="24845"/>
                  <a:pt x="104220" y="6350"/>
                  <a:pt x="127000" y="6350"/>
                </a:cubicBezTo>
                <a:close/>
                <a:moveTo>
                  <a:pt x="38100" y="34925"/>
                </a:moveTo>
                <a:cubicBezTo>
                  <a:pt x="53871" y="34925"/>
                  <a:pt x="66675" y="47729"/>
                  <a:pt x="66675" y="63500"/>
                </a:cubicBezTo>
                <a:cubicBezTo>
                  <a:pt x="66675" y="79271"/>
                  <a:pt x="53871" y="92075"/>
                  <a:pt x="38100" y="92075"/>
                </a:cubicBezTo>
                <a:cubicBezTo>
                  <a:pt x="22329" y="92075"/>
                  <a:pt x="9525" y="79271"/>
                  <a:pt x="9525" y="63500"/>
                </a:cubicBezTo>
                <a:cubicBezTo>
                  <a:pt x="9525" y="47729"/>
                  <a:pt x="22329" y="34925"/>
                  <a:pt x="38100" y="34925"/>
                </a:cubicBezTo>
                <a:close/>
                <a:moveTo>
                  <a:pt x="0" y="165100"/>
                </a:moveTo>
                <a:cubicBezTo>
                  <a:pt x="0" y="137041"/>
                  <a:pt x="22741" y="114300"/>
                  <a:pt x="50800" y="114300"/>
                </a:cubicBezTo>
                <a:cubicBezTo>
                  <a:pt x="55880" y="114300"/>
                  <a:pt x="60801" y="115054"/>
                  <a:pt x="65445" y="116443"/>
                </a:cubicBezTo>
                <a:cubicBezTo>
                  <a:pt x="52388" y="131048"/>
                  <a:pt x="44450" y="150336"/>
                  <a:pt x="44450" y="171450"/>
                </a:cubicBezTo>
                <a:lnTo>
                  <a:pt x="44450" y="177800"/>
                </a:lnTo>
                <a:cubicBezTo>
                  <a:pt x="44450" y="182324"/>
                  <a:pt x="45403" y="186611"/>
                  <a:pt x="47109" y="190500"/>
                </a:cubicBezTo>
                <a:lnTo>
                  <a:pt x="12700" y="190500"/>
                </a:lnTo>
                <a:cubicBezTo>
                  <a:pt x="5675" y="190500"/>
                  <a:pt x="0" y="184825"/>
                  <a:pt x="0" y="177800"/>
                </a:cubicBezTo>
                <a:lnTo>
                  <a:pt x="0" y="165100"/>
                </a:lnTo>
                <a:close/>
                <a:moveTo>
                  <a:pt x="206891" y="190500"/>
                </a:moveTo>
                <a:cubicBezTo>
                  <a:pt x="208597" y="186611"/>
                  <a:pt x="209550" y="182324"/>
                  <a:pt x="209550" y="177800"/>
                </a:cubicBezTo>
                <a:lnTo>
                  <a:pt x="209550" y="171450"/>
                </a:lnTo>
                <a:cubicBezTo>
                  <a:pt x="209550" y="150336"/>
                  <a:pt x="201613" y="131048"/>
                  <a:pt x="188555" y="116443"/>
                </a:cubicBezTo>
                <a:cubicBezTo>
                  <a:pt x="193199" y="115054"/>
                  <a:pt x="198120" y="114300"/>
                  <a:pt x="203200" y="114300"/>
                </a:cubicBezTo>
                <a:cubicBezTo>
                  <a:pt x="231259" y="114300"/>
                  <a:pt x="254000" y="137041"/>
                  <a:pt x="254000" y="165100"/>
                </a:cubicBezTo>
                <a:lnTo>
                  <a:pt x="254000" y="177800"/>
                </a:lnTo>
                <a:cubicBezTo>
                  <a:pt x="254000" y="184825"/>
                  <a:pt x="248325" y="190500"/>
                  <a:pt x="241300" y="190500"/>
                </a:cubicBezTo>
                <a:lnTo>
                  <a:pt x="206891" y="190500"/>
                </a:lnTo>
                <a:close/>
                <a:moveTo>
                  <a:pt x="187325" y="63500"/>
                </a:moveTo>
                <a:cubicBezTo>
                  <a:pt x="187325" y="47729"/>
                  <a:pt x="200129" y="34925"/>
                  <a:pt x="215900" y="34925"/>
                </a:cubicBezTo>
                <a:cubicBezTo>
                  <a:pt x="231671" y="34925"/>
                  <a:pt x="244475" y="47729"/>
                  <a:pt x="244475" y="63500"/>
                </a:cubicBezTo>
                <a:cubicBezTo>
                  <a:pt x="244475" y="79271"/>
                  <a:pt x="231671" y="92075"/>
                  <a:pt x="215900" y="92075"/>
                </a:cubicBezTo>
                <a:cubicBezTo>
                  <a:pt x="200129" y="92075"/>
                  <a:pt x="187325" y="79271"/>
                  <a:pt x="187325" y="63500"/>
                </a:cubicBezTo>
                <a:close/>
                <a:moveTo>
                  <a:pt x="63500" y="171450"/>
                </a:moveTo>
                <a:cubicBezTo>
                  <a:pt x="63500" y="136366"/>
                  <a:pt x="91916" y="107950"/>
                  <a:pt x="127000" y="107950"/>
                </a:cubicBezTo>
                <a:cubicBezTo>
                  <a:pt x="162084" y="107950"/>
                  <a:pt x="190500" y="136366"/>
                  <a:pt x="190500" y="171450"/>
                </a:cubicBezTo>
                <a:lnTo>
                  <a:pt x="190500" y="177800"/>
                </a:lnTo>
                <a:cubicBezTo>
                  <a:pt x="190500" y="184825"/>
                  <a:pt x="184825" y="190500"/>
                  <a:pt x="177800" y="190500"/>
                </a:cubicBezTo>
                <a:lnTo>
                  <a:pt x="76200" y="190500"/>
                </a:lnTo>
                <a:cubicBezTo>
                  <a:pt x="69175" y="190500"/>
                  <a:pt x="63500" y="184825"/>
                  <a:pt x="63500" y="177800"/>
                </a:cubicBezTo>
                <a:lnTo>
                  <a:pt x="63500" y="171450"/>
                </a:lnTo>
                <a:close/>
              </a:path>
            </a:pathLst>
          </a:custGeom>
          <a:solidFill>
            <a:srgbClr val="2B7FFF"/>
          </a:solidFill>
          <a:ln/>
        </p:spPr>
      </p:sp>
      <p:sp>
        <p:nvSpPr>
          <p:cNvPr id="23" name="Text 21"/>
          <p:cNvSpPr/>
          <p:nvPr/>
        </p:nvSpPr>
        <p:spPr>
          <a:xfrm>
            <a:off x="6696193" y="1497659"/>
            <a:ext cx="5046133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0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Phân công công việc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57245" y="1971675"/>
            <a:ext cx="5188185" cy="982133"/>
          </a:xfrm>
          <a:custGeom>
            <a:avLst/>
            <a:gdLst/>
            <a:ahLst/>
            <a:cxnLst/>
            <a:rect l="l" t="t" r="r" b="b"/>
            <a:pathLst>
              <a:path w="5188185" h="982133">
                <a:moveTo>
                  <a:pt x="30104" y="0"/>
                </a:moveTo>
                <a:lnTo>
                  <a:pt x="5052720" y="0"/>
                </a:lnTo>
                <a:cubicBezTo>
                  <a:pt x="5127535" y="0"/>
                  <a:pt x="5188185" y="60650"/>
                  <a:pt x="5188185" y="135466"/>
                </a:cubicBezTo>
                <a:lnTo>
                  <a:pt x="5188185" y="846668"/>
                </a:lnTo>
                <a:cubicBezTo>
                  <a:pt x="5188185" y="921483"/>
                  <a:pt x="5127535" y="982133"/>
                  <a:pt x="5052720" y="982133"/>
                </a:cubicBezTo>
                <a:lnTo>
                  <a:pt x="30104" y="982133"/>
                </a:lnTo>
                <a:cubicBezTo>
                  <a:pt x="13489" y="982133"/>
                  <a:pt x="0" y="968644"/>
                  <a:pt x="0" y="952030"/>
                </a:cubicBezTo>
                <a:lnTo>
                  <a:pt x="0" y="30104"/>
                </a:lnTo>
                <a:cubicBezTo>
                  <a:pt x="0" y="13489"/>
                  <a:pt x="13489" y="0"/>
                  <a:pt x="30104" y="0"/>
                </a:cubicBezTo>
                <a:close/>
              </a:path>
            </a:pathLst>
          </a:custGeom>
          <a:gradFill flip="none" rotWithShape="1">
            <a:gsLst>
              <a:gs pos="0">
                <a:srgbClr val="FFFBEB"/>
              </a:gs>
              <a:gs pos="100000">
                <a:srgbClr val="FFF7ED"/>
              </a:gs>
            </a:gsLst>
            <a:lin ang="0" scaled="1"/>
          </a:gradFill>
          <a:ln/>
        </p:spPr>
      </p:sp>
      <p:sp>
        <p:nvSpPr>
          <p:cNvPr id="25" name="Shape 23"/>
          <p:cNvSpPr/>
          <p:nvPr/>
        </p:nvSpPr>
        <p:spPr>
          <a:xfrm>
            <a:off x="6457245" y="1971675"/>
            <a:ext cx="30104" cy="982133"/>
          </a:xfrm>
          <a:custGeom>
            <a:avLst/>
            <a:gdLst/>
            <a:ahLst/>
            <a:cxnLst/>
            <a:rect l="l" t="t" r="r" b="b"/>
            <a:pathLst>
              <a:path w="30104" h="982133">
                <a:moveTo>
                  <a:pt x="30104" y="0"/>
                </a:moveTo>
                <a:lnTo>
                  <a:pt x="30104" y="0"/>
                </a:lnTo>
                <a:lnTo>
                  <a:pt x="30104" y="982133"/>
                </a:lnTo>
                <a:lnTo>
                  <a:pt x="30104" y="982133"/>
                </a:lnTo>
                <a:cubicBezTo>
                  <a:pt x="13489" y="982133"/>
                  <a:pt x="0" y="968644"/>
                  <a:pt x="0" y="952030"/>
                </a:cubicBezTo>
                <a:lnTo>
                  <a:pt x="0" y="30104"/>
                </a:lnTo>
                <a:cubicBezTo>
                  <a:pt x="0" y="13489"/>
                  <a:pt x="13489" y="0"/>
                  <a:pt x="30104" y="0"/>
                </a:cubicBezTo>
                <a:close/>
              </a:path>
            </a:pathLst>
          </a:custGeom>
          <a:solidFill>
            <a:srgbClr val="FE9A00"/>
          </a:solidFill>
          <a:ln/>
        </p:spPr>
      </p:sp>
      <p:sp>
        <p:nvSpPr>
          <p:cNvPr id="26" name="Text 24"/>
          <p:cNvSpPr/>
          <p:nvPr/>
        </p:nvSpPr>
        <p:spPr>
          <a:xfrm>
            <a:off x="6607763" y="2107142"/>
            <a:ext cx="1354667" cy="237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Nguyễn Minh Kiên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607763" y="2344208"/>
            <a:ext cx="1346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7" dirty="0">
                <a:solidFill>
                  <a:srgbClr val="6A72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MSSV: 3122411103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0509720" y="2208742"/>
            <a:ext cx="999067" cy="237067"/>
          </a:xfrm>
          <a:custGeom>
            <a:avLst/>
            <a:gdLst/>
            <a:ahLst/>
            <a:cxnLst/>
            <a:rect l="l" t="t" r="r" b="b"/>
            <a:pathLst>
              <a:path w="999067" h="237067">
                <a:moveTo>
                  <a:pt x="118533" y="0"/>
                </a:moveTo>
                <a:lnTo>
                  <a:pt x="880533" y="0"/>
                </a:lnTo>
                <a:cubicBezTo>
                  <a:pt x="945997" y="0"/>
                  <a:pt x="999067" y="53069"/>
                  <a:pt x="999067" y="118533"/>
                </a:cubicBezTo>
                <a:lnTo>
                  <a:pt x="999067" y="118533"/>
                </a:lnTo>
                <a:cubicBezTo>
                  <a:pt x="999067" y="183997"/>
                  <a:pt x="945997" y="237067"/>
                  <a:pt x="880533" y="237067"/>
                </a:cubicBezTo>
                <a:lnTo>
                  <a:pt x="118533" y="237067"/>
                </a:lnTo>
                <a:cubicBezTo>
                  <a:pt x="53113" y="237067"/>
                  <a:pt x="0" y="183954"/>
                  <a:pt x="0" y="118533"/>
                </a:cubicBezTo>
                <a:lnTo>
                  <a:pt x="0" y="118533"/>
                </a:lnTo>
                <a:cubicBezTo>
                  <a:pt x="0" y="53113"/>
                  <a:pt x="53113" y="0"/>
                  <a:pt x="118533" y="0"/>
                </a:cubicBezTo>
                <a:close/>
              </a:path>
            </a:pathLst>
          </a:custGeom>
          <a:solidFill>
            <a:srgbClr val="FE9A00"/>
          </a:solidFill>
          <a:ln/>
        </p:spPr>
      </p:sp>
      <p:sp>
        <p:nvSpPr>
          <p:cNvPr id="29" name="Text 27"/>
          <p:cNvSpPr/>
          <p:nvPr/>
        </p:nvSpPr>
        <p:spPr>
          <a:xfrm>
            <a:off x="10509720" y="2208742"/>
            <a:ext cx="1058333" cy="237067"/>
          </a:xfrm>
          <a:prstGeom prst="rect">
            <a:avLst/>
          </a:prstGeom>
          <a:noFill/>
          <a:ln/>
        </p:spPr>
        <p:txBody>
          <a:bodyPr wrap="square" lIns="135467" tIns="33867" rIns="135467" bIns="33867" rtlCol="0" anchor="ctr"/>
          <a:lstStyle/>
          <a:p>
            <a:pPr>
              <a:lnSpc>
                <a:spcPct val="120000"/>
              </a:lnSpc>
            </a:pPr>
            <a:r>
              <a:rPr lang="en-US" sz="933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Nhóm trưởng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607763" y="2615142"/>
            <a:ext cx="496993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7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Chương 3: Java Migration, Tổng hợp code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57245" y="3089275"/>
            <a:ext cx="5188185" cy="982133"/>
          </a:xfrm>
          <a:custGeom>
            <a:avLst/>
            <a:gdLst/>
            <a:ahLst/>
            <a:cxnLst/>
            <a:rect l="l" t="t" r="r" b="b"/>
            <a:pathLst>
              <a:path w="5188185" h="982133">
                <a:moveTo>
                  <a:pt x="30104" y="0"/>
                </a:moveTo>
                <a:lnTo>
                  <a:pt x="5052720" y="0"/>
                </a:lnTo>
                <a:cubicBezTo>
                  <a:pt x="5127535" y="0"/>
                  <a:pt x="5188185" y="60650"/>
                  <a:pt x="5188185" y="135466"/>
                </a:cubicBezTo>
                <a:lnTo>
                  <a:pt x="5188185" y="846668"/>
                </a:lnTo>
                <a:cubicBezTo>
                  <a:pt x="5188185" y="921483"/>
                  <a:pt x="5127535" y="982133"/>
                  <a:pt x="5052720" y="982133"/>
                </a:cubicBezTo>
                <a:lnTo>
                  <a:pt x="30104" y="982133"/>
                </a:lnTo>
                <a:cubicBezTo>
                  <a:pt x="13489" y="982133"/>
                  <a:pt x="0" y="968644"/>
                  <a:pt x="0" y="952030"/>
                </a:cubicBezTo>
                <a:lnTo>
                  <a:pt x="0" y="30104"/>
                </a:lnTo>
                <a:cubicBezTo>
                  <a:pt x="0" y="13489"/>
                  <a:pt x="13489" y="0"/>
                  <a:pt x="30104" y="0"/>
                </a:cubicBezTo>
                <a:close/>
              </a:path>
            </a:pathLst>
          </a:custGeom>
          <a:gradFill flip="none" rotWithShape="1">
            <a:gsLst>
              <a:gs pos="0">
                <a:srgbClr val="EFF6FF"/>
              </a:gs>
              <a:gs pos="100000">
                <a:srgbClr val="EEF2FF"/>
              </a:gs>
            </a:gsLst>
            <a:lin ang="0" scaled="1"/>
          </a:gradFill>
          <a:ln/>
        </p:spPr>
      </p:sp>
      <p:sp>
        <p:nvSpPr>
          <p:cNvPr id="32" name="Shape 30"/>
          <p:cNvSpPr/>
          <p:nvPr/>
        </p:nvSpPr>
        <p:spPr>
          <a:xfrm>
            <a:off x="6457245" y="3089275"/>
            <a:ext cx="30104" cy="982133"/>
          </a:xfrm>
          <a:custGeom>
            <a:avLst/>
            <a:gdLst/>
            <a:ahLst/>
            <a:cxnLst/>
            <a:rect l="l" t="t" r="r" b="b"/>
            <a:pathLst>
              <a:path w="30104" h="982133">
                <a:moveTo>
                  <a:pt x="30104" y="0"/>
                </a:moveTo>
                <a:lnTo>
                  <a:pt x="30104" y="0"/>
                </a:lnTo>
                <a:lnTo>
                  <a:pt x="30104" y="982133"/>
                </a:lnTo>
                <a:lnTo>
                  <a:pt x="30104" y="982133"/>
                </a:lnTo>
                <a:cubicBezTo>
                  <a:pt x="13489" y="982133"/>
                  <a:pt x="0" y="968644"/>
                  <a:pt x="0" y="952030"/>
                </a:cubicBezTo>
                <a:lnTo>
                  <a:pt x="0" y="30104"/>
                </a:lnTo>
                <a:cubicBezTo>
                  <a:pt x="0" y="13489"/>
                  <a:pt x="13489" y="0"/>
                  <a:pt x="30104" y="0"/>
                </a:cubicBezTo>
                <a:close/>
              </a:path>
            </a:pathLst>
          </a:custGeom>
          <a:solidFill>
            <a:srgbClr val="2B7FFF"/>
          </a:solidFill>
          <a:ln/>
        </p:spPr>
      </p:sp>
      <p:sp>
        <p:nvSpPr>
          <p:cNvPr id="33" name="Text 31"/>
          <p:cNvSpPr/>
          <p:nvPr/>
        </p:nvSpPr>
        <p:spPr>
          <a:xfrm>
            <a:off x="6607763" y="3224742"/>
            <a:ext cx="4978400" cy="237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Phạm Nhật Phương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607763" y="3461808"/>
            <a:ext cx="496993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7" dirty="0">
                <a:solidFill>
                  <a:srgbClr val="6A72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MSSV: 3122411162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607763" y="3732742"/>
            <a:ext cx="496993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7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Chương 0, 1: Development Environment &amp; Python Backend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57245" y="4206875"/>
            <a:ext cx="5188185" cy="982133"/>
          </a:xfrm>
          <a:custGeom>
            <a:avLst/>
            <a:gdLst/>
            <a:ahLst/>
            <a:cxnLst/>
            <a:rect l="l" t="t" r="r" b="b"/>
            <a:pathLst>
              <a:path w="5188185" h="982133">
                <a:moveTo>
                  <a:pt x="30104" y="0"/>
                </a:moveTo>
                <a:lnTo>
                  <a:pt x="5052720" y="0"/>
                </a:lnTo>
                <a:cubicBezTo>
                  <a:pt x="5127535" y="0"/>
                  <a:pt x="5188185" y="60650"/>
                  <a:pt x="5188185" y="135466"/>
                </a:cubicBezTo>
                <a:lnTo>
                  <a:pt x="5188185" y="846668"/>
                </a:lnTo>
                <a:cubicBezTo>
                  <a:pt x="5188185" y="921483"/>
                  <a:pt x="5127535" y="982133"/>
                  <a:pt x="5052720" y="982133"/>
                </a:cubicBezTo>
                <a:lnTo>
                  <a:pt x="30104" y="982133"/>
                </a:lnTo>
                <a:cubicBezTo>
                  <a:pt x="13489" y="982133"/>
                  <a:pt x="0" y="968644"/>
                  <a:pt x="0" y="952030"/>
                </a:cubicBezTo>
                <a:lnTo>
                  <a:pt x="0" y="30104"/>
                </a:lnTo>
                <a:cubicBezTo>
                  <a:pt x="0" y="13489"/>
                  <a:pt x="13489" y="0"/>
                  <a:pt x="30104" y="0"/>
                </a:cubicBezTo>
                <a:close/>
              </a:path>
            </a:pathLst>
          </a:custGeom>
          <a:gradFill flip="none" rotWithShape="1">
            <a:gsLst>
              <a:gs pos="0">
                <a:srgbClr val="FAF5FF"/>
              </a:gs>
              <a:gs pos="100000">
                <a:srgbClr val="FDF2F8"/>
              </a:gs>
            </a:gsLst>
            <a:lin ang="0" scaled="1"/>
          </a:gradFill>
          <a:ln/>
        </p:spPr>
      </p:sp>
      <p:sp>
        <p:nvSpPr>
          <p:cNvPr id="37" name="Shape 35"/>
          <p:cNvSpPr/>
          <p:nvPr/>
        </p:nvSpPr>
        <p:spPr>
          <a:xfrm>
            <a:off x="6457245" y="4206875"/>
            <a:ext cx="30104" cy="982133"/>
          </a:xfrm>
          <a:custGeom>
            <a:avLst/>
            <a:gdLst/>
            <a:ahLst/>
            <a:cxnLst/>
            <a:rect l="l" t="t" r="r" b="b"/>
            <a:pathLst>
              <a:path w="30104" h="982133">
                <a:moveTo>
                  <a:pt x="30104" y="0"/>
                </a:moveTo>
                <a:lnTo>
                  <a:pt x="30104" y="0"/>
                </a:lnTo>
                <a:lnTo>
                  <a:pt x="30104" y="982133"/>
                </a:lnTo>
                <a:lnTo>
                  <a:pt x="30104" y="982133"/>
                </a:lnTo>
                <a:cubicBezTo>
                  <a:pt x="13489" y="982133"/>
                  <a:pt x="0" y="968644"/>
                  <a:pt x="0" y="952030"/>
                </a:cubicBezTo>
                <a:lnTo>
                  <a:pt x="0" y="30104"/>
                </a:lnTo>
                <a:cubicBezTo>
                  <a:pt x="0" y="13489"/>
                  <a:pt x="13489" y="0"/>
                  <a:pt x="30104" y="0"/>
                </a:cubicBezTo>
                <a:close/>
              </a:path>
            </a:pathLst>
          </a:custGeom>
          <a:solidFill>
            <a:srgbClr val="AD46FF"/>
          </a:solidFill>
          <a:ln/>
        </p:spPr>
      </p:sp>
      <p:sp>
        <p:nvSpPr>
          <p:cNvPr id="38" name="Text 36"/>
          <p:cNvSpPr/>
          <p:nvPr/>
        </p:nvSpPr>
        <p:spPr>
          <a:xfrm>
            <a:off x="6607763" y="4342342"/>
            <a:ext cx="4978400" cy="237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Lê Nhựt Huy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607763" y="4579408"/>
            <a:ext cx="496993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7" dirty="0">
                <a:solidFill>
                  <a:srgbClr val="6A72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MSSV: 3122411063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607763" y="4850342"/>
            <a:ext cx="496993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7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Chương 4, 5: .NET Migration &amp; Docker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457245" y="5324475"/>
            <a:ext cx="5188185" cy="982133"/>
          </a:xfrm>
          <a:custGeom>
            <a:avLst/>
            <a:gdLst/>
            <a:ahLst/>
            <a:cxnLst/>
            <a:rect l="l" t="t" r="r" b="b"/>
            <a:pathLst>
              <a:path w="5188185" h="982133">
                <a:moveTo>
                  <a:pt x="30104" y="0"/>
                </a:moveTo>
                <a:lnTo>
                  <a:pt x="5052720" y="0"/>
                </a:lnTo>
                <a:cubicBezTo>
                  <a:pt x="5127535" y="0"/>
                  <a:pt x="5188185" y="60650"/>
                  <a:pt x="5188185" y="135466"/>
                </a:cubicBezTo>
                <a:lnTo>
                  <a:pt x="5188185" y="846668"/>
                </a:lnTo>
                <a:cubicBezTo>
                  <a:pt x="5188185" y="921483"/>
                  <a:pt x="5127535" y="982133"/>
                  <a:pt x="5052720" y="982133"/>
                </a:cubicBezTo>
                <a:lnTo>
                  <a:pt x="30104" y="982133"/>
                </a:lnTo>
                <a:cubicBezTo>
                  <a:pt x="13489" y="982133"/>
                  <a:pt x="0" y="968644"/>
                  <a:pt x="0" y="952030"/>
                </a:cubicBezTo>
                <a:lnTo>
                  <a:pt x="0" y="30104"/>
                </a:lnTo>
                <a:cubicBezTo>
                  <a:pt x="0" y="13489"/>
                  <a:pt x="13489" y="0"/>
                  <a:pt x="30104" y="0"/>
                </a:cubicBezTo>
                <a:close/>
              </a:path>
            </a:pathLst>
          </a:custGeom>
          <a:gradFill flip="none" rotWithShape="1">
            <a:gsLst>
              <a:gs pos="0">
                <a:srgbClr val="F0FDF4"/>
              </a:gs>
              <a:gs pos="100000">
                <a:srgbClr val="F0FDFA"/>
              </a:gs>
            </a:gsLst>
            <a:lin ang="0" scaled="1"/>
          </a:gradFill>
          <a:ln/>
        </p:spPr>
      </p:sp>
      <p:sp>
        <p:nvSpPr>
          <p:cNvPr id="42" name="Shape 40"/>
          <p:cNvSpPr/>
          <p:nvPr/>
        </p:nvSpPr>
        <p:spPr>
          <a:xfrm>
            <a:off x="6457245" y="5324475"/>
            <a:ext cx="30104" cy="982133"/>
          </a:xfrm>
          <a:custGeom>
            <a:avLst/>
            <a:gdLst/>
            <a:ahLst/>
            <a:cxnLst/>
            <a:rect l="l" t="t" r="r" b="b"/>
            <a:pathLst>
              <a:path w="30104" h="982133">
                <a:moveTo>
                  <a:pt x="30104" y="0"/>
                </a:moveTo>
                <a:lnTo>
                  <a:pt x="30104" y="0"/>
                </a:lnTo>
                <a:lnTo>
                  <a:pt x="30104" y="982133"/>
                </a:lnTo>
                <a:lnTo>
                  <a:pt x="30104" y="982133"/>
                </a:lnTo>
                <a:cubicBezTo>
                  <a:pt x="13489" y="982133"/>
                  <a:pt x="0" y="968644"/>
                  <a:pt x="0" y="952030"/>
                </a:cubicBezTo>
                <a:lnTo>
                  <a:pt x="0" y="30104"/>
                </a:lnTo>
                <a:cubicBezTo>
                  <a:pt x="0" y="13489"/>
                  <a:pt x="13489" y="0"/>
                  <a:pt x="30104" y="0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43" name="Text 41"/>
          <p:cNvSpPr/>
          <p:nvPr/>
        </p:nvSpPr>
        <p:spPr>
          <a:xfrm>
            <a:off x="6607763" y="5459942"/>
            <a:ext cx="4978400" cy="237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Phạm Nguyễn Thế Hào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607763" y="5697008"/>
            <a:ext cx="496993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7" dirty="0">
                <a:solidFill>
                  <a:srgbClr val="6A72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MSSV: 3122411048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607763" y="5967942"/>
            <a:ext cx="496993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7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Chương 2: JavaScript Frontend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7" grpId="0" animBg="1"/>
      <p:bldP spid="8" grpId="0" animBg="1"/>
      <p:bldP spid="12" grpId="0" animBg="1"/>
      <p:bldP spid="14" grpId="0" animBg="1"/>
      <p:bldP spid="16" grpId="0" animBg="1"/>
      <p:bldP spid="18" grpId="0" animBg="1"/>
      <p:bldP spid="20" grpId="0" animBg="1"/>
      <p:bldP spid="23" grpId="0" animBg="1"/>
      <p:bldP spid="26" grpId="0" animBg="1"/>
      <p:bldP spid="27" grpId="0" animBg="1"/>
      <p:bldP spid="29" grpId="0" animBg="1"/>
      <p:bldP spid="30" grpId="0" animBg="1"/>
      <p:bldP spid="33" grpId="0" animBg="1"/>
      <p:bldP spid="34" grpId="0" animBg="1"/>
      <p:bldP spid="35" grpId="0" animBg="1"/>
      <p:bldP spid="38" grpId="0" animBg="1"/>
      <p:bldP spid="39" grpId="0" animBg="1"/>
      <p:bldP spid="40" grpId="0" animBg="1"/>
      <p:bldP spid="43" grpId="0" animBg="1"/>
      <p:bldP spid="44" grpId="0" animBg="1"/>
      <p:bldP spid="4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3391" y="353391"/>
            <a:ext cx="11555896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kern="0" spc="111" dirty="0">
                <a:solidFill>
                  <a:srgbClr val="AD46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CHAPTER 00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3391" y="636104"/>
            <a:ext cx="11644243" cy="353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04" b="1" dirty="0">
                <a:solidFill>
                  <a:srgbClr val="10182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DEVELOPMENT ENVIRONMENT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53391" y="1060174"/>
            <a:ext cx="11564730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2" dirty="0">
                <a:solidFill>
                  <a:srgbClr val="6A72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Thiết lập môi trường phát triển đồng nhất với GitHub Codespaces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7318" y="1452831"/>
            <a:ext cx="7588097" cy="4407575"/>
          </a:xfrm>
          <a:custGeom>
            <a:avLst/>
            <a:gdLst/>
            <a:ahLst/>
            <a:cxnLst/>
            <a:rect l="l" t="t" r="r" b="b"/>
            <a:pathLst>
              <a:path w="7588097" h="4407575">
                <a:moveTo>
                  <a:pt x="212048" y="0"/>
                </a:moveTo>
                <a:lnTo>
                  <a:pt x="7376048" y="0"/>
                </a:lnTo>
                <a:cubicBezTo>
                  <a:pt x="7493159" y="0"/>
                  <a:pt x="7588097" y="94937"/>
                  <a:pt x="7588097" y="212048"/>
                </a:cubicBezTo>
                <a:lnTo>
                  <a:pt x="7588097" y="4195526"/>
                </a:lnTo>
                <a:cubicBezTo>
                  <a:pt x="7588097" y="4312638"/>
                  <a:pt x="7493159" y="4407575"/>
                  <a:pt x="7376048" y="4407575"/>
                </a:cubicBezTo>
                <a:lnTo>
                  <a:pt x="212048" y="4407575"/>
                </a:lnTo>
                <a:cubicBezTo>
                  <a:pt x="94937" y="4407575"/>
                  <a:pt x="0" y="4312638"/>
                  <a:pt x="0" y="4195526"/>
                </a:cubicBezTo>
                <a:lnTo>
                  <a:pt x="0" y="212048"/>
                </a:lnTo>
                <a:cubicBezTo>
                  <a:pt x="0" y="95016"/>
                  <a:pt x="95016" y="0"/>
                  <a:pt x="212048" y="0"/>
                </a:cubicBezTo>
                <a:close/>
              </a:path>
            </a:pathLst>
          </a:custGeom>
          <a:gradFill flip="none" rotWithShape="1">
            <a:gsLst>
              <a:gs pos="0">
                <a:srgbClr val="FAF5FF"/>
              </a:gs>
              <a:gs pos="100000">
                <a:srgbClr val="EFF6FF"/>
              </a:gs>
            </a:gsLst>
            <a:lin ang="2700000" scaled="1"/>
          </a:gradFill>
          <a:ln w="11289">
            <a:solidFill>
              <a:srgbClr val="F3E8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0027" y="1668793"/>
            <a:ext cx="176696" cy="176696"/>
          </a:xfrm>
          <a:custGeom>
            <a:avLst/>
            <a:gdLst/>
            <a:ahLst/>
            <a:cxnLst/>
            <a:rect l="l" t="t" r="r" b="b"/>
            <a:pathLst>
              <a:path w="176696" h="176696">
                <a:moveTo>
                  <a:pt x="80238" y="1795"/>
                </a:moveTo>
                <a:cubicBezTo>
                  <a:pt x="85380" y="-587"/>
                  <a:pt x="91316" y="-587"/>
                  <a:pt x="96458" y="1795"/>
                </a:cubicBezTo>
                <a:lnTo>
                  <a:pt x="171899" y="36651"/>
                </a:lnTo>
                <a:cubicBezTo>
                  <a:pt x="174832" y="37996"/>
                  <a:pt x="176696" y="40930"/>
                  <a:pt x="176696" y="44174"/>
                </a:cubicBezTo>
                <a:cubicBezTo>
                  <a:pt x="176696" y="47418"/>
                  <a:pt x="174832" y="50351"/>
                  <a:pt x="171899" y="51697"/>
                </a:cubicBezTo>
                <a:lnTo>
                  <a:pt x="96458" y="86553"/>
                </a:lnTo>
                <a:cubicBezTo>
                  <a:pt x="91316" y="88935"/>
                  <a:pt x="85380" y="88935"/>
                  <a:pt x="80238" y="86553"/>
                </a:cubicBezTo>
                <a:lnTo>
                  <a:pt x="4797" y="51697"/>
                </a:lnTo>
                <a:cubicBezTo>
                  <a:pt x="1864" y="50317"/>
                  <a:pt x="0" y="47383"/>
                  <a:pt x="0" y="44174"/>
                </a:cubicBezTo>
                <a:cubicBezTo>
                  <a:pt x="0" y="40964"/>
                  <a:pt x="1864" y="37996"/>
                  <a:pt x="4797" y="36651"/>
                </a:cubicBezTo>
                <a:lnTo>
                  <a:pt x="80238" y="1795"/>
                </a:lnTo>
                <a:close/>
                <a:moveTo>
                  <a:pt x="16600" y="75372"/>
                </a:moveTo>
                <a:lnTo>
                  <a:pt x="73301" y="101565"/>
                </a:lnTo>
                <a:cubicBezTo>
                  <a:pt x="82861" y="105983"/>
                  <a:pt x="93870" y="105983"/>
                  <a:pt x="103429" y="101565"/>
                </a:cubicBezTo>
                <a:lnTo>
                  <a:pt x="160130" y="75372"/>
                </a:lnTo>
                <a:lnTo>
                  <a:pt x="171899" y="80824"/>
                </a:lnTo>
                <a:cubicBezTo>
                  <a:pt x="174832" y="82170"/>
                  <a:pt x="176696" y="85104"/>
                  <a:pt x="176696" y="88348"/>
                </a:cubicBezTo>
                <a:cubicBezTo>
                  <a:pt x="176696" y="91592"/>
                  <a:pt x="174832" y="94525"/>
                  <a:pt x="171899" y="95871"/>
                </a:cubicBezTo>
                <a:lnTo>
                  <a:pt x="96458" y="130727"/>
                </a:lnTo>
                <a:cubicBezTo>
                  <a:pt x="91316" y="133108"/>
                  <a:pt x="85380" y="133108"/>
                  <a:pt x="80238" y="130727"/>
                </a:cubicBezTo>
                <a:lnTo>
                  <a:pt x="4797" y="95871"/>
                </a:lnTo>
                <a:cubicBezTo>
                  <a:pt x="1864" y="94491"/>
                  <a:pt x="0" y="91557"/>
                  <a:pt x="0" y="88348"/>
                </a:cubicBezTo>
                <a:cubicBezTo>
                  <a:pt x="0" y="85138"/>
                  <a:pt x="1864" y="82170"/>
                  <a:pt x="4797" y="80824"/>
                </a:cubicBezTo>
                <a:lnTo>
                  <a:pt x="16565" y="75372"/>
                </a:lnTo>
                <a:close/>
                <a:moveTo>
                  <a:pt x="4797" y="124998"/>
                </a:moveTo>
                <a:lnTo>
                  <a:pt x="16565" y="119546"/>
                </a:lnTo>
                <a:lnTo>
                  <a:pt x="73267" y="145739"/>
                </a:lnTo>
                <a:cubicBezTo>
                  <a:pt x="82826" y="150157"/>
                  <a:pt x="93835" y="150157"/>
                  <a:pt x="103395" y="145739"/>
                </a:cubicBezTo>
                <a:lnTo>
                  <a:pt x="160096" y="119546"/>
                </a:lnTo>
                <a:lnTo>
                  <a:pt x="171864" y="124998"/>
                </a:lnTo>
                <a:cubicBezTo>
                  <a:pt x="174798" y="126344"/>
                  <a:pt x="176661" y="129278"/>
                  <a:pt x="176661" y="132522"/>
                </a:cubicBezTo>
                <a:cubicBezTo>
                  <a:pt x="176661" y="135766"/>
                  <a:pt x="174798" y="138699"/>
                  <a:pt x="171864" y="140045"/>
                </a:cubicBezTo>
                <a:lnTo>
                  <a:pt x="96423" y="174901"/>
                </a:lnTo>
                <a:cubicBezTo>
                  <a:pt x="91281" y="177282"/>
                  <a:pt x="85345" y="177282"/>
                  <a:pt x="80203" y="174901"/>
                </a:cubicBezTo>
                <a:lnTo>
                  <a:pt x="4797" y="140045"/>
                </a:lnTo>
                <a:cubicBezTo>
                  <a:pt x="1864" y="138665"/>
                  <a:pt x="0" y="135731"/>
                  <a:pt x="0" y="132522"/>
                </a:cubicBezTo>
                <a:cubicBezTo>
                  <a:pt x="0" y="129312"/>
                  <a:pt x="1864" y="126344"/>
                  <a:pt x="4797" y="124998"/>
                </a:cubicBezTo>
                <a:close/>
              </a:path>
            </a:pathLst>
          </a:custGeom>
          <a:solidFill>
            <a:srgbClr val="AD46FF"/>
          </a:solidFill>
          <a:ln/>
        </p:spPr>
      </p:sp>
      <p:sp>
        <p:nvSpPr>
          <p:cNvPr id="7" name="Text 5"/>
          <p:cNvSpPr/>
          <p:nvPr/>
        </p:nvSpPr>
        <p:spPr>
          <a:xfrm>
            <a:off x="758810" y="1633453"/>
            <a:ext cx="7094330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1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Thiết kế 3 mức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37940" y="2022184"/>
            <a:ext cx="7226852" cy="883478"/>
          </a:xfrm>
          <a:custGeom>
            <a:avLst/>
            <a:gdLst/>
            <a:ahLst/>
            <a:cxnLst/>
            <a:rect l="l" t="t" r="r" b="b"/>
            <a:pathLst>
              <a:path w="7226852" h="883478">
                <a:moveTo>
                  <a:pt x="141357" y="0"/>
                </a:moveTo>
                <a:lnTo>
                  <a:pt x="7085496" y="0"/>
                </a:lnTo>
                <a:cubicBezTo>
                  <a:pt x="7163565" y="0"/>
                  <a:pt x="7226852" y="63287"/>
                  <a:pt x="7226852" y="141357"/>
                </a:cubicBezTo>
                <a:lnTo>
                  <a:pt x="7226852" y="742122"/>
                </a:lnTo>
                <a:cubicBezTo>
                  <a:pt x="7226852" y="820191"/>
                  <a:pt x="7163565" y="883478"/>
                  <a:pt x="7085496" y="883478"/>
                </a:cubicBezTo>
                <a:lnTo>
                  <a:pt x="141357" y="883478"/>
                </a:lnTo>
                <a:cubicBezTo>
                  <a:pt x="63287" y="883478"/>
                  <a:pt x="0" y="820191"/>
                  <a:pt x="0" y="742122"/>
                </a:cubicBezTo>
                <a:lnTo>
                  <a:pt x="0" y="141357"/>
                </a:lnTo>
                <a:cubicBezTo>
                  <a:pt x="0" y="63287"/>
                  <a:pt x="63287" y="0"/>
                  <a:pt x="141357" y="0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43958" y="2128201"/>
            <a:ext cx="353391" cy="353391"/>
          </a:xfrm>
          <a:custGeom>
            <a:avLst/>
            <a:gdLst/>
            <a:ahLst/>
            <a:cxnLst/>
            <a:rect l="l" t="t" r="r" b="b"/>
            <a:pathLst>
              <a:path w="353391" h="353391">
                <a:moveTo>
                  <a:pt x="106017" y="0"/>
                </a:moveTo>
                <a:lnTo>
                  <a:pt x="247374" y="0"/>
                </a:lnTo>
                <a:cubicBezTo>
                  <a:pt x="305926" y="0"/>
                  <a:pt x="353391" y="47466"/>
                  <a:pt x="353391" y="106017"/>
                </a:cubicBezTo>
                <a:lnTo>
                  <a:pt x="353391" y="247374"/>
                </a:lnTo>
                <a:cubicBezTo>
                  <a:pt x="353391" y="305926"/>
                  <a:pt x="305926" y="353391"/>
                  <a:pt x="247374" y="353391"/>
                </a:cubicBezTo>
                <a:lnTo>
                  <a:pt x="106017" y="353391"/>
                </a:lnTo>
                <a:cubicBezTo>
                  <a:pt x="47466" y="353391"/>
                  <a:pt x="0" y="305926"/>
                  <a:pt x="0" y="247374"/>
                </a:cubicBezTo>
                <a:lnTo>
                  <a:pt x="0" y="106017"/>
                </a:lnTo>
                <a:cubicBezTo>
                  <a:pt x="0" y="47505"/>
                  <a:pt x="47505" y="0"/>
                  <a:pt x="106017" y="0"/>
                </a:cubicBezTo>
                <a:close/>
              </a:path>
            </a:pathLst>
          </a:custGeom>
          <a:solidFill>
            <a:srgbClr val="AD46FF"/>
          </a:solidFill>
          <a:ln/>
        </p:spPr>
      </p:sp>
      <p:sp>
        <p:nvSpPr>
          <p:cNvPr id="10" name="Text 8"/>
          <p:cNvSpPr/>
          <p:nvPr/>
        </p:nvSpPr>
        <p:spPr>
          <a:xfrm>
            <a:off x="608618" y="2128201"/>
            <a:ext cx="424070" cy="353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3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38705" y="2128201"/>
            <a:ext cx="6590748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Mức Ý tưởng (Conceptual)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38705" y="2375575"/>
            <a:ext cx="6590748" cy="424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Tạo không gian phát triển đồng nhất, tận dụng GitHub Codespaces cloud, tích hợp Copilot Agent Mode và MCP Server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37940" y="3011679"/>
            <a:ext cx="7226852" cy="883478"/>
          </a:xfrm>
          <a:custGeom>
            <a:avLst/>
            <a:gdLst/>
            <a:ahLst/>
            <a:cxnLst/>
            <a:rect l="l" t="t" r="r" b="b"/>
            <a:pathLst>
              <a:path w="7226852" h="883478">
                <a:moveTo>
                  <a:pt x="141357" y="0"/>
                </a:moveTo>
                <a:lnTo>
                  <a:pt x="7085496" y="0"/>
                </a:lnTo>
                <a:cubicBezTo>
                  <a:pt x="7163565" y="0"/>
                  <a:pt x="7226852" y="63287"/>
                  <a:pt x="7226852" y="141357"/>
                </a:cubicBezTo>
                <a:lnTo>
                  <a:pt x="7226852" y="742122"/>
                </a:lnTo>
                <a:cubicBezTo>
                  <a:pt x="7226852" y="820191"/>
                  <a:pt x="7163565" y="883478"/>
                  <a:pt x="7085496" y="883478"/>
                </a:cubicBezTo>
                <a:lnTo>
                  <a:pt x="141357" y="883478"/>
                </a:lnTo>
                <a:cubicBezTo>
                  <a:pt x="63287" y="883478"/>
                  <a:pt x="0" y="820191"/>
                  <a:pt x="0" y="742122"/>
                </a:cubicBezTo>
                <a:lnTo>
                  <a:pt x="0" y="141357"/>
                </a:lnTo>
                <a:cubicBezTo>
                  <a:pt x="0" y="63287"/>
                  <a:pt x="63287" y="0"/>
                  <a:pt x="141357" y="0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43958" y="3117697"/>
            <a:ext cx="353391" cy="353391"/>
          </a:xfrm>
          <a:custGeom>
            <a:avLst/>
            <a:gdLst/>
            <a:ahLst/>
            <a:cxnLst/>
            <a:rect l="l" t="t" r="r" b="b"/>
            <a:pathLst>
              <a:path w="353391" h="353391">
                <a:moveTo>
                  <a:pt x="106017" y="0"/>
                </a:moveTo>
                <a:lnTo>
                  <a:pt x="247374" y="0"/>
                </a:lnTo>
                <a:cubicBezTo>
                  <a:pt x="305926" y="0"/>
                  <a:pt x="353391" y="47466"/>
                  <a:pt x="353391" y="106017"/>
                </a:cubicBezTo>
                <a:lnTo>
                  <a:pt x="353391" y="247374"/>
                </a:lnTo>
                <a:cubicBezTo>
                  <a:pt x="353391" y="305926"/>
                  <a:pt x="305926" y="353391"/>
                  <a:pt x="247374" y="353391"/>
                </a:cubicBezTo>
                <a:lnTo>
                  <a:pt x="106017" y="353391"/>
                </a:lnTo>
                <a:cubicBezTo>
                  <a:pt x="47466" y="353391"/>
                  <a:pt x="0" y="305926"/>
                  <a:pt x="0" y="247374"/>
                </a:cubicBezTo>
                <a:lnTo>
                  <a:pt x="0" y="106017"/>
                </a:lnTo>
                <a:cubicBezTo>
                  <a:pt x="0" y="47505"/>
                  <a:pt x="47505" y="0"/>
                  <a:pt x="106017" y="0"/>
                </a:cubicBezTo>
                <a:close/>
              </a:path>
            </a:pathLst>
          </a:custGeom>
          <a:solidFill>
            <a:srgbClr val="2B7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08618" y="3117697"/>
            <a:ext cx="424070" cy="353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3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38705" y="3117697"/>
            <a:ext cx="6590748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Mức Luận lý (Logical)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38705" y="3365071"/>
            <a:ext cx="6590748" cy="424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Quy trình 7 giai đoạn: Khởi tạo Codespaces → Kiểm tra công cụ → MCP Server → Copilot Agent → Beast Mode → Custom Instructions → Phân tích PRD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37940" y="4001175"/>
            <a:ext cx="7226852" cy="883478"/>
          </a:xfrm>
          <a:custGeom>
            <a:avLst/>
            <a:gdLst/>
            <a:ahLst/>
            <a:cxnLst/>
            <a:rect l="l" t="t" r="r" b="b"/>
            <a:pathLst>
              <a:path w="7226852" h="883478">
                <a:moveTo>
                  <a:pt x="141357" y="0"/>
                </a:moveTo>
                <a:lnTo>
                  <a:pt x="7085496" y="0"/>
                </a:lnTo>
                <a:cubicBezTo>
                  <a:pt x="7163565" y="0"/>
                  <a:pt x="7226852" y="63287"/>
                  <a:pt x="7226852" y="141357"/>
                </a:cubicBezTo>
                <a:lnTo>
                  <a:pt x="7226852" y="742122"/>
                </a:lnTo>
                <a:cubicBezTo>
                  <a:pt x="7226852" y="820191"/>
                  <a:pt x="7163565" y="883478"/>
                  <a:pt x="7085496" y="883478"/>
                </a:cubicBezTo>
                <a:lnTo>
                  <a:pt x="141357" y="883478"/>
                </a:lnTo>
                <a:cubicBezTo>
                  <a:pt x="63287" y="883478"/>
                  <a:pt x="0" y="820191"/>
                  <a:pt x="0" y="742122"/>
                </a:cubicBezTo>
                <a:lnTo>
                  <a:pt x="0" y="141357"/>
                </a:lnTo>
                <a:cubicBezTo>
                  <a:pt x="0" y="63287"/>
                  <a:pt x="63287" y="0"/>
                  <a:pt x="141357" y="0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43958" y="4107193"/>
            <a:ext cx="353391" cy="353391"/>
          </a:xfrm>
          <a:custGeom>
            <a:avLst/>
            <a:gdLst/>
            <a:ahLst/>
            <a:cxnLst/>
            <a:rect l="l" t="t" r="r" b="b"/>
            <a:pathLst>
              <a:path w="353391" h="353391">
                <a:moveTo>
                  <a:pt x="106017" y="0"/>
                </a:moveTo>
                <a:lnTo>
                  <a:pt x="247374" y="0"/>
                </a:lnTo>
                <a:cubicBezTo>
                  <a:pt x="305926" y="0"/>
                  <a:pt x="353391" y="47466"/>
                  <a:pt x="353391" y="106017"/>
                </a:cubicBezTo>
                <a:lnTo>
                  <a:pt x="353391" y="247374"/>
                </a:lnTo>
                <a:cubicBezTo>
                  <a:pt x="353391" y="305926"/>
                  <a:pt x="305926" y="353391"/>
                  <a:pt x="247374" y="353391"/>
                </a:cubicBezTo>
                <a:lnTo>
                  <a:pt x="106017" y="353391"/>
                </a:lnTo>
                <a:cubicBezTo>
                  <a:pt x="47466" y="353391"/>
                  <a:pt x="0" y="305926"/>
                  <a:pt x="0" y="247374"/>
                </a:cubicBezTo>
                <a:lnTo>
                  <a:pt x="0" y="106017"/>
                </a:lnTo>
                <a:cubicBezTo>
                  <a:pt x="0" y="47505"/>
                  <a:pt x="47505" y="0"/>
                  <a:pt x="106017" y="0"/>
                </a:cubicBezTo>
                <a:close/>
              </a:path>
            </a:pathLst>
          </a:custGeom>
          <a:solidFill>
            <a:srgbClr val="00B8DB"/>
          </a:solidFill>
          <a:ln/>
        </p:spPr>
      </p:sp>
      <p:sp>
        <p:nvSpPr>
          <p:cNvPr id="20" name="Text 18"/>
          <p:cNvSpPr/>
          <p:nvPr/>
        </p:nvSpPr>
        <p:spPr>
          <a:xfrm>
            <a:off x="608618" y="4107193"/>
            <a:ext cx="424070" cy="353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3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38705" y="4107193"/>
            <a:ext cx="6590748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Mức Vật lý (Physical)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38705" y="4354566"/>
            <a:ext cx="6590748" cy="424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Cấu trúc thư mục: .vscode/, .github/, openapi.yaml, product-requirements.md, python/, javascript/, java/, dotnet/, docs/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129227" y="1452831"/>
            <a:ext cx="3700792" cy="2764305"/>
          </a:xfrm>
          <a:custGeom>
            <a:avLst/>
            <a:gdLst/>
            <a:ahLst/>
            <a:cxnLst/>
            <a:rect l="l" t="t" r="r" b="b"/>
            <a:pathLst>
              <a:path w="3700792" h="2764305">
                <a:moveTo>
                  <a:pt x="212022" y="0"/>
                </a:moveTo>
                <a:lnTo>
                  <a:pt x="3488770" y="0"/>
                </a:lnTo>
                <a:cubicBezTo>
                  <a:pt x="3605867" y="0"/>
                  <a:pt x="3700792" y="94926"/>
                  <a:pt x="3700792" y="212022"/>
                </a:cubicBezTo>
                <a:lnTo>
                  <a:pt x="3700792" y="2552283"/>
                </a:lnTo>
                <a:cubicBezTo>
                  <a:pt x="3700792" y="2669380"/>
                  <a:pt x="3605867" y="2764305"/>
                  <a:pt x="3488770" y="2764305"/>
                </a:cubicBezTo>
                <a:lnTo>
                  <a:pt x="212022" y="2764305"/>
                </a:lnTo>
                <a:cubicBezTo>
                  <a:pt x="94926" y="2764305"/>
                  <a:pt x="0" y="2669380"/>
                  <a:pt x="0" y="2552283"/>
                </a:cubicBezTo>
                <a:lnTo>
                  <a:pt x="0" y="212022"/>
                </a:lnTo>
                <a:cubicBezTo>
                  <a:pt x="0" y="95004"/>
                  <a:pt x="95004" y="0"/>
                  <a:pt x="212022" y="0"/>
                </a:cubicBezTo>
                <a:close/>
              </a:path>
            </a:pathLst>
          </a:custGeom>
          <a:solidFill>
            <a:srgbClr val="FFFFFF"/>
          </a:solidFill>
          <a:ln w="11289">
            <a:solidFill>
              <a:srgbClr val="E5E7EB"/>
            </a:solidFill>
            <a:prstDash val="solid"/>
          </a:ln>
          <a:effectLst>
            <a:outerShdw blurRad="212035" dist="35339" dir="5400000" algn="bl" rotWithShape="0">
              <a:srgbClr val="000000">
                <a:alpha val="7843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321997" y="1677627"/>
            <a:ext cx="178904" cy="159026"/>
          </a:xfrm>
          <a:custGeom>
            <a:avLst/>
            <a:gdLst/>
            <a:ahLst/>
            <a:cxnLst/>
            <a:rect l="l" t="t" r="r" b="b"/>
            <a:pathLst>
              <a:path w="178904" h="159026">
                <a:moveTo>
                  <a:pt x="69605" y="30159"/>
                </a:moveTo>
                <a:lnTo>
                  <a:pt x="69605" y="45565"/>
                </a:lnTo>
                <a:lnTo>
                  <a:pt x="69760" y="45720"/>
                </a:lnTo>
                <a:cubicBezTo>
                  <a:pt x="71779" y="20127"/>
                  <a:pt x="93179" y="0"/>
                  <a:pt x="119301" y="0"/>
                </a:cubicBezTo>
                <a:cubicBezTo>
                  <a:pt x="125544" y="0"/>
                  <a:pt x="131538" y="1149"/>
                  <a:pt x="137036" y="3261"/>
                </a:cubicBezTo>
                <a:cubicBezTo>
                  <a:pt x="140142" y="4442"/>
                  <a:pt x="140701" y="8386"/>
                  <a:pt x="138371" y="10747"/>
                </a:cubicBezTo>
                <a:lnTo>
                  <a:pt x="110821" y="38297"/>
                </a:lnTo>
                <a:cubicBezTo>
                  <a:pt x="109890" y="39229"/>
                  <a:pt x="109361" y="40502"/>
                  <a:pt x="109361" y="41806"/>
                </a:cubicBezTo>
                <a:lnTo>
                  <a:pt x="109361" y="54665"/>
                </a:lnTo>
                <a:cubicBezTo>
                  <a:pt x="109361" y="57398"/>
                  <a:pt x="111598" y="59635"/>
                  <a:pt x="114331" y="59635"/>
                </a:cubicBezTo>
                <a:lnTo>
                  <a:pt x="127190" y="59635"/>
                </a:lnTo>
                <a:cubicBezTo>
                  <a:pt x="128494" y="59635"/>
                  <a:pt x="129768" y="59107"/>
                  <a:pt x="130700" y="58175"/>
                </a:cubicBezTo>
                <a:lnTo>
                  <a:pt x="158250" y="30625"/>
                </a:lnTo>
                <a:cubicBezTo>
                  <a:pt x="160610" y="28264"/>
                  <a:pt x="164555" y="28855"/>
                  <a:pt x="165735" y="31961"/>
                </a:cubicBezTo>
                <a:cubicBezTo>
                  <a:pt x="167847" y="37458"/>
                  <a:pt x="168996" y="43453"/>
                  <a:pt x="168996" y="49696"/>
                </a:cubicBezTo>
                <a:cubicBezTo>
                  <a:pt x="168996" y="68518"/>
                  <a:pt x="158529" y="84917"/>
                  <a:pt x="143061" y="93335"/>
                </a:cubicBezTo>
                <a:lnTo>
                  <a:pt x="168375" y="118648"/>
                </a:lnTo>
                <a:cubicBezTo>
                  <a:pt x="174183" y="124457"/>
                  <a:pt x="174183" y="133899"/>
                  <a:pt x="168375" y="139738"/>
                </a:cubicBezTo>
                <a:lnTo>
                  <a:pt x="149708" y="158405"/>
                </a:lnTo>
                <a:cubicBezTo>
                  <a:pt x="143900" y="164213"/>
                  <a:pt x="134458" y="164213"/>
                  <a:pt x="128619" y="158405"/>
                </a:cubicBezTo>
                <a:lnTo>
                  <a:pt x="89483" y="119270"/>
                </a:lnTo>
                <a:cubicBezTo>
                  <a:pt x="80973" y="110759"/>
                  <a:pt x="79047" y="98180"/>
                  <a:pt x="83737" y="87806"/>
                </a:cubicBezTo>
                <a:lnTo>
                  <a:pt x="55566" y="59635"/>
                </a:lnTo>
                <a:lnTo>
                  <a:pt x="40160" y="59635"/>
                </a:lnTo>
                <a:cubicBezTo>
                  <a:pt x="36837" y="59635"/>
                  <a:pt x="33731" y="57989"/>
                  <a:pt x="31898" y="55224"/>
                </a:cubicBezTo>
                <a:lnTo>
                  <a:pt x="7268" y="18294"/>
                </a:lnTo>
                <a:cubicBezTo>
                  <a:pt x="5963" y="16337"/>
                  <a:pt x="6212" y="13697"/>
                  <a:pt x="7889" y="12020"/>
                </a:cubicBezTo>
                <a:lnTo>
                  <a:pt x="21990" y="-2081"/>
                </a:lnTo>
                <a:cubicBezTo>
                  <a:pt x="23668" y="-3758"/>
                  <a:pt x="26277" y="-4007"/>
                  <a:pt x="28264" y="-2702"/>
                </a:cubicBezTo>
                <a:lnTo>
                  <a:pt x="65194" y="21897"/>
                </a:lnTo>
                <a:cubicBezTo>
                  <a:pt x="67959" y="23730"/>
                  <a:pt x="69605" y="26836"/>
                  <a:pt x="69605" y="30159"/>
                </a:cubicBezTo>
                <a:close/>
                <a:moveTo>
                  <a:pt x="66965" y="92123"/>
                </a:moveTo>
                <a:cubicBezTo>
                  <a:pt x="65008" y="103615"/>
                  <a:pt x="67710" y="115760"/>
                  <a:pt x="75165" y="125482"/>
                </a:cubicBezTo>
                <a:lnTo>
                  <a:pt x="45658" y="154957"/>
                </a:lnTo>
                <a:cubicBezTo>
                  <a:pt x="36930" y="163685"/>
                  <a:pt x="22767" y="163685"/>
                  <a:pt x="14039" y="154957"/>
                </a:cubicBezTo>
                <a:cubicBezTo>
                  <a:pt x="5311" y="146229"/>
                  <a:pt x="5311" y="132066"/>
                  <a:pt x="14039" y="123338"/>
                </a:cubicBezTo>
                <a:lnTo>
                  <a:pt x="56094" y="81283"/>
                </a:lnTo>
                <a:lnTo>
                  <a:pt x="66965" y="92154"/>
                </a:lnTo>
                <a:close/>
              </a:path>
            </a:pathLst>
          </a:custGeom>
          <a:solidFill>
            <a:srgbClr val="2B7FFF"/>
          </a:solidFill>
          <a:ln/>
        </p:spPr>
      </p:sp>
      <p:sp>
        <p:nvSpPr>
          <p:cNvPr id="25" name="Text 23"/>
          <p:cNvSpPr/>
          <p:nvPr/>
        </p:nvSpPr>
        <p:spPr>
          <a:xfrm>
            <a:off x="8513049" y="1633453"/>
            <a:ext cx="3215861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2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Công cụ đã cài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309849" y="1986845"/>
            <a:ext cx="3339548" cy="353391"/>
          </a:xfrm>
          <a:custGeom>
            <a:avLst/>
            <a:gdLst/>
            <a:ahLst/>
            <a:cxnLst/>
            <a:rect l="l" t="t" r="r" b="b"/>
            <a:pathLst>
              <a:path w="3339548" h="353391">
                <a:moveTo>
                  <a:pt x="106017" y="0"/>
                </a:moveTo>
                <a:lnTo>
                  <a:pt x="3233530" y="0"/>
                </a:lnTo>
                <a:cubicBezTo>
                  <a:pt x="3292082" y="0"/>
                  <a:pt x="3339548" y="47466"/>
                  <a:pt x="3339548" y="106017"/>
                </a:cubicBezTo>
                <a:lnTo>
                  <a:pt x="3339548" y="247374"/>
                </a:lnTo>
                <a:cubicBezTo>
                  <a:pt x="3339548" y="305926"/>
                  <a:pt x="3292082" y="353391"/>
                  <a:pt x="3233530" y="353391"/>
                </a:cubicBezTo>
                <a:lnTo>
                  <a:pt x="106017" y="353391"/>
                </a:lnTo>
                <a:cubicBezTo>
                  <a:pt x="47466" y="353391"/>
                  <a:pt x="0" y="305926"/>
                  <a:pt x="0" y="247374"/>
                </a:cubicBezTo>
                <a:lnTo>
                  <a:pt x="0" y="106017"/>
                </a:lnTo>
                <a:cubicBezTo>
                  <a:pt x="0" y="47505"/>
                  <a:pt x="47505" y="0"/>
                  <a:pt x="106017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7" name="Text 25"/>
          <p:cNvSpPr/>
          <p:nvPr/>
        </p:nvSpPr>
        <p:spPr>
          <a:xfrm>
            <a:off x="8380527" y="2057523"/>
            <a:ext cx="521252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Python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250728" y="2075193"/>
            <a:ext cx="388730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b="1" dirty="0">
                <a:solidFill>
                  <a:srgbClr val="155D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3.12.3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309849" y="2410914"/>
            <a:ext cx="3339548" cy="353391"/>
          </a:xfrm>
          <a:custGeom>
            <a:avLst/>
            <a:gdLst/>
            <a:ahLst/>
            <a:cxnLst/>
            <a:rect l="l" t="t" r="r" b="b"/>
            <a:pathLst>
              <a:path w="3339548" h="353391">
                <a:moveTo>
                  <a:pt x="106017" y="0"/>
                </a:moveTo>
                <a:lnTo>
                  <a:pt x="3233530" y="0"/>
                </a:lnTo>
                <a:cubicBezTo>
                  <a:pt x="3292082" y="0"/>
                  <a:pt x="3339548" y="47466"/>
                  <a:pt x="3339548" y="106017"/>
                </a:cubicBezTo>
                <a:lnTo>
                  <a:pt x="3339548" y="247374"/>
                </a:lnTo>
                <a:cubicBezTo>
                  <a:pt x="3339548" y="305926"/>
                  <a:pt x="3292082" y="353391"/>
                  <a:pt x="3233530" y="353391"/>
                </a:cubicBezTo>
                <a:lnTo>
                  <a:pt x="106017" y="353391"/>
                </a:lnTo>
                <a:cubicBezTo>
                  <a:pt x="47466" y="353391"/>
                  <a:pt x="0" y="305926"/>
                  <a:pt x="0" y="247374"/>
                </a:cubicBezTo>
                <a:lnTo>
                  <a:pt x="0" y="106017"/>
                </a:lnTo>
                <a:cubicBezTo>
                  <a:pt x="0" y="47505"/>
                  <a:pt x="47505" y="0"/>
                  <a:pt x="106017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30" name="Text 28"/>
          <p:cNvSpPr/>
          <p:nvPr/>
        </p:nvSpPr>
        <p:spPr>
          <a:xfrm>
            <a:off x="8380527" y="2481593"/>
            <a:ext cx="556591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Node.js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455768" y="2499262"/>
            <a:ext cx="185530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b="1" dirty="0">
                <a:solidFill>
                  <a:srgbClr val="00A63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309849" y="2834984"/>
            <a:ext cx="3339548" cy="353391"/>
          </a:xfrm>
          <a:custGeom>
            <a:avLst/>
            <a:gdLst/>
            <a:ahLst/>
            <a:cxnLst/>
            <a:rect l="l" t="t" r="r" b="b"/>
            <a:pathLst>
              <a:path w="3339548" h="353391">
                <a:moveTo>
                  <a:pt x="106017" y="0"/>
                </a:moveTo>
                <a:lnTo>
                  <a:pt x="3233530" y="0"/>
                </a:lnTo>
                <a:cubicBezTo>
                  <a:pt x="3292082" y="0"/>
                  <a:pt x="3339548" y="47466"/>
                  <a:pt x="3339548" y="106017"/>
                </a:cubicBezTo>
                <a:lnTo>
                  <a:pt x="3339548" y="247374"/>
                </a:lnTo>
                <a:cubicBezTo>
                  <a:pt x="3339548" y="305926"/>
                  <a:pt x="3292082" y="353391"/>
                  <a:pt x="3233530" y="353391"/>
                </a:cubicBezTo>
                <a:lnTo>
                  <a:pt x="106017" y="353391"/>
                </a:lnTo>
                <a:cubicBezTo>
                  <a:pt x="47466" y="353391"/>
                  <a:pt x="0" y="305926"/>
                  <a:pt x="0" y="247374"/>
                </a:cubicBezTo>
                <a:lnTo>
                  <a:pt x="0" y="106017"/>
                </a:lnTo>
                <a:cubicBezTo>
                  <a:pt x="0" y="47505"/>
                  <a:pt x="47505" y="0"/>
                  <a:pt x="106017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33" name="Text 31"/>
          <p:cNvSpPr/>
          <p:nvPr/>
        </p:nvSpPr>
        <p:spPr>
          <a:xfrm>
            <a:off x="8380527" y="2905662"/>
            <a:ext cx="362226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Java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1455768" y="2923332"/>
            <a:ext cx="185530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b="1" dirty="0">
                <a:solidFill>
                  <a:srgbClr val="F549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309849" y="3259053"/>
            <a:ext cx="3339548" cy="353391"/>
          </a:xfrm>
          <a:custGeom>
            <a:avLst/>
            <a:gdLst/>
            <a:ahLst/>
            <a:cxnLst/>
            <a:rect l="l" t="t" r="r" b="b"/>
            <a:pathLst>
              <a:path w="3339548" h="353391">
                <a:moveTo>
                  <a:pt x="106017" y="0"/>
                </a:moveTo>
                <a:lnTo>
                  <a:pt x="3233530" y="0"/>
                </a:lnTo>
                <a:cubicBezTo>
                  <a:pt x="3292082" y="0"/>
                  <a:pt x="3339548" y="47466"/>
                  <a:pt x="3339548" y="106017"/>
                </a:cubicBezTo>
                <a:lnTo>
                  <a:pt x="3339548" y="247374"/>
                </a:lnTo>
                <a:cubicBezTo>
                  <a:pt x="3339548" y="305926"/>
                  <a:pt x="3292082" y="353391"/>
                  <a:pt x="3233530" y="353391"/>
                </a:cubicBezTo>
                <a:lnTo>
                  <a:pt x="106017" y="353391"/>
                </a:lnTo>
                <a:cubicBezTo>
                  <a:pt x="47466" y="353391"/>
                  <a:pt x="0" y="305926"/>
                  <a:pt x="0" y="247374"/>
                </a:cubicBezTo>
                <a:lnTo>
                  <a:pt x="0" y="106017"/>
                </a:lnTo>
                <a:cubicBezTo>
                  <a:pt x="0" y="47505"/>
                  <a:pt x="47505" y="0"/>
                  <a:pt x="106017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36" name="Text 34"/>
          <p:cNvSpPr/>
          <p:nvPr/>
        </p:nvSpPr>
        <p:spPr>
          <a:xfrm>
            <a:off x="8380527" y="3329732"/>
            <a:ext cx="697948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.NET SDK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1455768" y="3347401"/>
            <a:ext cx="185530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b="1" dirty="0">
                <a:solidFill>
                  <a:srgbClr val="9810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723096" y="3594775"/>
            <a:ext cx="3339548" cy="353391"/>
          </a:xfrm>
          <a:custGeom>
            <a:avLst/>
            <a:gdLst/>
            <a:ahLst/>
            <a:cxnLst/>
            <a:rect l="l" t="t" r="r" b="b"/>
            <a:pathLst>
              <a:path w="3339548" h="353391">
                <a:moveTo>
                  <a:pt x="106017" y="0"/>
                </a:moveTo>
                <a:lnTo>
                  <a:pt x="3233530" y="0"/>
                </a:lnTo>
                <a:cubicBezTo>
                  <a:pt x="3292082" y="0"/>
                  <a:pt x="3339548" y="47466"/>
                  <a:pt x="3339548" y="106017"/>
                </a:cubicBezTo>
                <a:lnTo>
                  <a:pt x="3339548" y="247374"/>
                </a:lnTo>
                <a:cubicBezTo>
                  <a:pt x="3339548" y="305926"/>
                  <a:pt x="3292082" y="353391"/>
                  <a:pt x="3233530" y="353391"/>
                </a:cubicBezTo>
                <a:lnTo>
                  <a:pt x="106017" y="353391"/>
                </a:lnTo>
                <a:cubicBezTo>
                  <a:pt x="47466" y="353391"/>
                  <a:pt x="0" y="305926"/>
                  <a:pt x="0" y="247374"/>
                </a:cubicBezTo>
                <a:lnTo>
                  <a:pt x="0" y="106017"/>
                </a:lnTo>
                <a:cubicBezTo>
                  <a:pt x="0" y="47505"/>
                  <a:pt x="47505" y="0"/>
                  <a:pt x="106017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39" name="Text 37"/>
          <p:cNvSpPr/>
          <p:nvPr/>
        </p:nvSpPr>
        <p:spPr>
          <a:xfrm>
            <a:off x="6793774" y="3665453"/>
            <a:ext cx="530087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Docker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869015" y="3683123"/>
            <a:ext cx="185530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b="1" dirty="0">
                <a:solidFill>
                  <a:srgbClr val="0092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129227" y="4366346"/>
            <a:ext cx="3700792" cy="1492097"/>
          </a:xfrm>
          <a:custGeom>
            <a:avLst/>
            <a:gdLst/>
            <a:ahLst/>
            <a:cxnLst/>
            <a:rect l="l" t="t" r="r" b="b"/>
            <a:pathLst>
              <a:path w="3700792" h="1492097">
                <a:moveTo>
                  <a:pt x="212042" y="0"/>
                </a:moveTo>
                <a:lnTo>
                  <a:pt x="3488750" y="0"/>
                </a:lnTo>
                <a:cubicBezTo>
                  <a:pt x="3605780" y="0"/>
                  <a:pt x="3700792" y="95013"/>
                  <a:pt x="3700792" y="212042"/>
                </a:cubicBezTo>
                <a:lnTo>
                  <a:pt x="3700792" y="1280055"/>
                </a:lnTo>
                <a:cubicBezTo>
                  <a:pt x="3700792" y="1397084"/>
                  <a:pt x="3605780" y="1492097"/>
                  <a:pt x="3488750" y="1492097"/>
                </a:cubicBezTo>
                <a:lnTo>
                  <a:pt x="212042" y="1492097"/>
                </a:lnTo>
                <a:cubicBezTo>
                  <a:pt x="95013" y="1492097"/>
                  <a:pt x="0" y="1397084"/>
                  <a:pt x="0" y="1280055"/>
                </a:cubicBezTo>
                <a:lnTo>
                  <a:pt x="0" y="212042"/>
                </a:lnTo>
                <a:cubicBezTo>
                  <a:pt x="0" y="95013"/>
                  <a:pt x="95013" y="0"/>
                  <a:pt x="212042" y="0"/>
                </a:cubicBezTo>
                <a:close/>
              </a:path>
            </a:pathLst>
          </a:custGeom>
          <a:gradFill flip="none" rotWithShape="1">
            <a:gsLst>
              <a:gs pos="0">
                <a:srgbClr val="F0FDF4"/>
              </a:gs>
              <a:gs pos="100000">
                <a:srgbClr val="ECFDF5"/>
              </a:gs>
            </a:gsLst>
            <a:lin ang="2700000" scaled="1"/>
          </a:gradFill>
          <a:ln w="11289">
            <a:solidFill>
              <a:srgbClr val="DCFCE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351814" y="4591143"/>
            <a:ext cx="119270" cy="159026"/>
          </a:xfrm>
          <a:custGeom>
            <a:avLst/>
            <a:gdLst/>
            <a:ahLst/>
            <a:cxnLst/>
            <a:rect l="l" t="t" r="r" b="b"/>
            <a:pathLst>
              <a:path w="119270" h="159026">
                <a:moveTo>
                  <a:pt x="77618" y="20748"/>
                </a:moveTo>
                <a:cubicBezTo>
                  <a:pt x="80849" y="16306"/>
                  <a:pt x="79855" y="10094"/>
                  <a:pt x="75413" y="6864"/>
                </a:cubicBezTo>
                <a:cubicBezTo>
                  <a:pt x="70972" y="3634"/>
                  <a:pt x="64760" y="4628"/>
                  <a:pt x="61529" y="9069"/>
                </a:cubicBezTo>
                <a:lnTo>
                  <a:pt x="28606" y="54324"/>
                </a:lnTo>
                <a:lnTo>
                  <a:pt x="16959" y="42676"/>
                </a:lnTo>
                <a:cubicBezTo>
                  <a:pt x="13076" y="38794"/>
                  <a:pt x="6771" y="38794"/>
                  <a:pt x="2889" y="42676"/>
                </a:cubicBezTo>
                <a:cubicBezTo>
                  <a:pt x="-994" y="46559"/>
                  <a:pt x="-994" y="52864"/>
                  <a:pt x="2889" y="56746"/>
                </a:cubicBezTo>
                <a:lnTo>
                  <a:pt x="22767" y="76624"/>
                </a:lnTo>
                <a:cubicBezTo>
                  <a:pt x="24817" y="78674"/>
                  <a:pt x="27674" y="79730"/>
                  <a:pt x="30563" y="79513"/>
                </a:cubicBezTo>
                <a:cubicBezTo>
                  <a:pt x="33451" y="79296"/>
                  <a:pt x="36123" y="77805"/>
                  <a:pt x="37831" y="75444"/>
                </a:cubicBezTo>
                <a:lnTo>
                  <a:pt x="77587" y="20779"/>
                </a:lnTo>
                <a:close/>
                <a:moveTo>
                  <a:pt x="117375" y="62989"/>
                </a:moveTo>
                <a:cubicBezTo>
                  <a:pt x="120605" y="58548"/>
                  <a:pt x="119611" y="52336"/>
                  <a:pt x="115170" y="49106"/>
                </a:cubicBezTo>
                <a:cubicBezTo>
                  <a:pt x="110728" y="45875"/>
                  <a:pt x="104516" y="46869"/>
                  <a:pt x="101286" y="51311"/>
                </a:cubicBezTo>
                <a:lnTo>
                  <a:pt x="48484" y="123897"/>
                </a:lnTo>
                <a:lnTo>
                  <a:pt x="26898" y="102311"/>
                </a:lnTo>
                <a:cubicBezTo>
                  <a:pt x="23015" y="98428"/>
                  <a:pt x="16710" y="98428"/>
                  <a:pt x="12828" y="102311"/>
                </a:cubicBezTo>
                <a:cubicBezTo>
                  <a:pt x="8945" y="106193"/>
                  <a:pt x="8945" y="112499"/>
                  <a:pt x="12828" y="116381"/>
                </a:cubicBezTo>
                <a:lnTo>
                  <a:pt x="42645" y="146198"/>
                </a:lnTo>
                <a:cubicBezTo>
                  <a:pt x="44695" y="148248"/>
                  <a:pt x="47553" y="149304"/>
                  <a:pt x="50441" y="149087"/>
                </a:cubicBezTo>
                <a:cubicBezTo>
                  <a:pt x="53330" y="148870"/>
                  <a:pt x="56001" y="147379"/>
                  <a:pt x="57709" y="145018"/>
                </a:cubicBezTo>
                <a:lnTo>
                  <a:pt x="117344" y="63020"/>
                </a:ln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43" name="Text 41"/>
          <p:cNvSpPr/>
          <p:nvPr/>
        </p:nvSpPr>
        <p:spPr>
          <a:xfrm>
            <a:off x="8513049" y="4546969"/>
            <a:ext cx="3215861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2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Kết quả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336353" y="4935699"/>
            <a:ext cx="123687" cy="141357"/>
          </a:xfrm>
          <a:custGeom>
            <a:avLst/>
            <a:gdLst/>
            <a:ahLst/>
            <a:cxnLst/>
            <a:rect l="l" t="t" r="r" b="b"/>
            <a:pathLst>
              <a:path w="123687" h="141357">
                <a:moveTo>
                  <a:pt x="120043" y="19354"/>
                </a:moveTo>
                <a:cubicBezTo>
                  <a:pt x="123991" y="22225"/>
                  <a:pt x="124874" y="27747"/>
                  <a:pt x="122003" y="31695"/>
                </a:cubicBezTo>
                <a:lnTo>
                  <a:pt x="51325" y="128877"/>
                </a:lnTo>
                <a:cubicBezTo>
                  <a:pt x="49806" y="130976"/>
                  <a:pt x="47459" y="132273"/>
                  <a:pt x="44864" y="132494"/>
                </a:cubicBezTo>
                <a:cubicBezTo>
                  <a:pt x="42269" y="132715"/>
                  <a:pt x="39757" y="131749"/>
                  <a:pt x="37934" y="129927"/>
                </a:cubicBezTo>
                <a:lnTo>
                  <a:pt x="2595" y="94587"/>
                </a:lnTo>
                <a:cubicBezTo>
                  <a:pt x="-856" y="91136"/>
                  <a:pt x="-856" y="85532"/>
                  <a:pt x="2595" y="82081"/>
                </a:cubicBezTo>
                <a:cubicBezTo>
                  <a:pt x="6046" y="78630"/>
                  <a:pt x="11651" y="78630"/>
                  <a:pt x="15102" y="82081"/>
                </a:cubicBezTo>
                <a:lnTo>
                  <a:pt x="43125" y="110103"/>
                </a:lnTo>
                <a:lnTo>
                  <a:pt x="107729" y="21286"/>
                </a:lnTo>
                <a:cubicBezTo>
                  <a:pt x="110600" y="17338"/>
                  <a:pt x="116122" y="16455"/>
                  <a:pt x="120070" y="19326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45" name="Text 43"/>
          <p:cNvSpPr/>
          <p:nvPr/>
        </p:nvSpPr>
        <p:spPr>
          <a:xfrm>
            <a:off x="8557223" y="4900360"/>
            <a:ext cx="2146852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Môi trường Codespaces ổn định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336353" y="5218412"/>
            <a:ext cx="123687" cy="141357"/>
          </a:xfrm>
          <a:custGeom>
            <a:avLst/>
            <a:gdLst/>
            <a:ahLst/>
            <a:cxnLst/>
            <a:rect l="l" t="t" r="r" b="b"/>
            <a:pathLst>
              <a:path w="123687" h="141357">
                <a:moveTo>
                  <a:pt x="120043" y="19354"/>
                </a:moveTo>
                <a:cubicBezTo>
                  <a:pt x="123991" y="22225"/>
                  <a:pt x="124874" y="27747"/>
                  <a:pt x="122003" y="31695"/>
                </a:cubicBezTo>
                <a:lnTo>
                  <a:pt x="51325" y="128877"/>
                </a:lnTo>
                <a:cubicBezTo>
                  <a:pt x="49806" y="130976"/>
                  <a:pt x="47459" y="132273"/>
                  <a:pt x="44864" y="132494"/>
                </a:cubicBezTo>
                <a:cubicBezTo>
                  <a:pt x="42269" y="132715"/>
                  <a:pt x="39757" y="131749"/>
                  <a:pt x="37934" y="129927"/>
                </a:cubicBezTo>
                <a:lnTo>
                  <a:pt x="2595" y="94587"/>
                </a:lnTo>
                <a:cubicBezTo>
                  <a:pt x="-856" y="91136"/>
                  <a:pt x="-856" y="85532"/>
                  <a:pt x="2595" y="82081"/>
                </a:cubicBezTo>
                <a:cubicBezTo>
                  <a:pt x="6046" y="78630"/>
                  <a:pt x="11651" y="78630"/>
                  <a:pt x="15102" y="82081"/>
                </a:cubicBezTo>
                <a:lnTo>
                  <a:pt x="43125" y="110103"/>
                </a:lnTo>
                <a:lnTo>
                  <a:pt x="107729" y="21286"/>
                </a:lnTo>
                <a:cubicBezTo>
                  <a:pt x="110600" y="17338"/>
                  <a:pt x="116122" y="16455"/>
                  <a:pt x="120070" y="19326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47" name="Text 45"/>
          <p:cNvSpPr/>
          <p:nvPr/>
        </p:nvSpPr>
        <p:spPr>
          <a:xfrm>
            <a:off x="8557223" y="5183073"/>
            <a:ext cx="2297043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MCP Server khởi động thành công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336353" y="5501125"/>
            <a:ext cx="123687" cy="141357"/>
          </a:xfrm>
          <a:custGeom>
            <a:avLst/>
            <a:gdLst/>
            <a:ahLst/>
            <a:cxnLst/>
            <a:rect l="l" t="t" r="r" b="b"/>
            <a:pathLst>
              <a:path w="123687" h="141357">
                <a:moveTo>
                  <a:pt x="120043" y="19354"/>
                </a:moveTo>
                <a:cubicBezTo>
                  <a:pt x="123991" y="22225"/>
                  <a:pt x="124874" y="27747"/>
                  <a:pt x="122003" y="31695"/>
                </a:cubicBezTo>
                <a:lnTo>
                  <a:pt x="51325" y="128877"/>
                </a:lnTo>
                <a:cubicBezTo>
                  <a:pt x="49806" y="130976"/>
                  <a:pt x="47459" y="132273"/>
                  <a:pt x="44864" y="132494"/>
                </a:cubicBezTo>
                <a:cubicBezTo>
                  <a:pt x="42269" y="132715"/>
                  <a:pt x="39757" y="131749"/>
                  <a:pt x="37934" y="129927"/>
                </a:cubicBezTo>
                <a:lnTo>
                  <a:pt x="2595" y="94587"/>
                </a:lnTo>
                <a:cubicBezTo>
                  <a:pt x="-856" y="91136"/>
                  <a:pt x="-856" y="85532"/>
                  <a:pt x="2595" y="82081"/>
                </a:cubicBezTo>
                <a:cubicBezTo>
                  <a:pt x="6046" y="78630"/>
                  <a:pt x="11651" y="78630"/>
                  <a:pt x="15102" y="82081"/>
                </a:cubicBezTo>
                <a:lnTo>
                  <a:pt x="43125" y="110103"/>
                </a:lnTo>
                <a:lnTo>
                  <a:pt x="107729" y="21286"/>
                </a:lnTo>
                <a:cubicBezTo>
                  <a:pt x="110600" y="17338"/>
                  <a:pt x="116122" y="16455"/>
                  <a:pt x="120070" y="19326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49" name="Text 47"/>
          <p:cNvSpPr/>
          <p:nvPr/>
        </p:nvSpPr>
        <p:spPr>
          <a:xfrm>
            <a:off x="8557223" y="5465786"/>
            <a:ext cx="1722783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openapi.yaml 12 endpoint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369098" y="6003727"/>
            <a:ext cx="11465585" cy="494748"/>
          </a:xfrm>
          <a:custGeom>
            <a:avLst/>
            <a:gdLst/>
            <a:ahLst/>
            <a:cxnLst/>
            <a:rect l="l" t="t" r="r" b="b"/>
            <a:pathLst>
              <a:path w="11465585" h="494748">
                <a:moveTo>
                  <a:pt x="31413" y="0"/>
                </a:moveTo>
                <a:lnTo>
                  <a:pt x="11324230" y="0"/>
                </a:lnTo>
                <a:cubicBezTo>
                  <a:pt x="11402298" y="0"/>
                  <a:pt x="11465585" y="63287"/>
                  <a:pt x="11465585" y="141354"/>
                </a:cubicBezTo>
                <a:lnTo>
                  <a:pt x="11465585" y="353393"/>
                </a:lnTo>
                <a:cubicBezTo>
                  <a:pt x="11465585" y="431461"/>
                  <a:pt x="11402298" y="494748"/>
                  <a:pt x="11324230" y="494748"/>
                </a:cubicBezTo>
                <a:lnTo>
                  <a:pt x="31413" y="494748"/>
                </a:lnTo>
                <a:cubicBezTo>
                  <a:pt x="14064" y="494748"/>
                  <a:pt x="0" y="480684"/>
                  <a:pt x="0" y="463335"/>
                </a:cubicBezTo>
                <a:lnTo>
                  <a:pt x="0" y="31413"/>
                </a:lnTo>
                <a:cubicBezTo>
                  <a:pt x="0" y="14076"/>
                  <a:pt x="14076" y="0"/>
                  <a:pt x="31413" y="0"/>
                </a:cubicBezTo>
                <a:close/>
              </a:path>
            </a:pathLst>
          </a:custGeom>
          <a:solidFill>
            <a:srgbClr val="FFFBEB"/>
          </a:solidFill>
          <a:ln/>
        </p:spPr>
      </p:sp>
      <p:sp>
        <p:nvSpPr>
          <p:cNvPr id="51" name="Shape 49"/>
          <p:cNvSpPr/>
          <p:nvPr/>
        </p:nvSpPr>
        <p:spPr>
          <a:xfrm>
            <a:off x="369098" y="6003727"/>
            <a:ext cx="31413" cy="494748"/>
          </a:xfrm>
          <a:custGeom>
            <a:avLst/>
            <a:gdLst/>
            <a:ahLst/>
            <a:cxnLst/>
            <a:rect l="l" t="t" r="r" b="b"/>
            <a:pathLst>
              <a:path w="31413" h="494748">
                <a:moveTo>
                  <a:pt x="31413" y="0"/>
                </a:moveTo>
                <a:lnTo>
                  <a:pt x="31413" y="0"/>
                </a:lnTo>
                <a:lnTo>
                  <a:pt x="31413" y="494748"/>
                </a:lnTo>
                <a:lnTo>
                  <a:pt x="31413" y="494748"/>
                </a:lnTo>
                <a:cubicBezTo>
                  <a:pt x="14064" y="494748"/>
                  <a:pt x="0" y="480684"/>
                  <a:pt x="0" y="463335"/>
                </a:cubicBezTo>
                <a:lnTo>
                  <a:pt x="0" y="31413"/>
                </a:lnTo>
                <a:cubicBezTo>
                  <a:pt x="0" y="14076"/>
                  <a:pt x="14076" y="0"/>
                  <a:pt x="31413" y="0"/>
                </a:cubicBezTo>
                <a:close/>
              </a:path>
            </a:pathLst>
          </a:custGeom>
          <a:solidFill>
            <a:srgbClr val="FE9A00"/>
          </a:solidFill>
          <a:ln/>
        </p:spPr>
      </p:sp>
      <p:sp>
        <p:nvSpPr>
          <p:cNvPr id="52" name="Shape 50"/>
          <p:cNvSpPr/>
          <p:nvPr/>
        </p:nvSpPr>
        <p:spPr>
          <a:xfrm>
            <a:off x="543830" y="6184348"/>
            <a:ext cx="141357" cy="141357"/>
          </a:xfrm>
          <a:custGeom>
            <a:avLst/>
            <a:gdLst/>
            <a:ahLst/>
            <a:cxnLst/>
            <a:rect l="l" t="t" r="r" b="b"/>
            <a:pathLst>
              <a:path w="141357" h="141357">
                <a:moveTo>
                  <a:pt x="70678" y="0"/>
                </a:moveTo>
                <a:cubicBezTo>
                  <a:pt x="74737" y="0"/>
                  <a:pt x="78464" y="2236"/>
                  <a:pt x="80397" y="5798"/>
                </a:cubicBezTo>
                <a:lnTo>
                  <a:pt x="140031" y="116233"/>
                </a:lnTo>
                <a:cubicBezTo>
                  <a:pt x="141881" y="119656"/>
                  <a:pt x="141798" y="123797"/>
                  <a:pt x="139810" y="127138"/>
                </a:cubicBezTo>
                <a:cubicBezTo>
                  <a:pt x="137823" y="130479"/>
                  <a:pt x="134206" y="132522"/>
                  <a:pt x="130313" y="132522"/>
                </a:cubicBezTo>
                <a:lnTo>
                  <a:pt x="11043" y="132522"/>
                </a:lnTo>
                <a:cubicBezTo>
                  <a:pt x="7151" y="132522"/>
                  <a:pt x="3562" y="130479"/>
                  <a:pt x="1546" y="127138"/>
                </a:cubicBezTo>
                <a:cubicBezTo>
                  <a:pt x="-469" y="123797"/>
                  <a:pt x="-525" y="119656"/>
                  <a:pt x="1325" y="116233"/>
                </a:cubicBezTo>
                <a:lnTo>
                  <a:pt x="60960" y="5798"/>
                </a:lnTo>
                <a:cubicBezTo>
                  <a:pt x="62893" y="2236"/>
                  <a:pt x="66620" y="0"/>
                  <a:pt x="70678" y="0"/>
                </a:cubicBezTo>
                <a:close/>
                <a:moveTo>
                  <a:pt x="70678" y="46383"/>
                </a:moveTo>
                <a:cubicBezTo>
                  <a:pt x="67006" y="46383"/>
                  <a:pt x="64052" y="49337"/>
                  <a:pt x="64052" y="53009"/>
                </a:cubicBezTo>
                <a:lnTo>
                  <a:pt x="64052" y="83930"/>
                </a:lnTo>
                <a:cubicBezTo>
                  <a:pt x="64052" y="87602"/>
                  <a:pt x="67006" y="90557"/>
                  <a:pt x="70678" y="90557"/>
                </a:cubicBezTo>
                <a:cubicBezTo>
                  <a:pt x="74350" y="90557"/>
                  <a:pt x="77304" y="87602"/>
                  <a:pt x="77304" y="83930"/>
                </a:cubicBezTo>
                <a:lnTo>
                  <a:pt x="77304" y="53009"/>
                </a:lnTo>
                <a:cubicBezTo>
                  <a:pt x="77304" y="49337"/>
                  <a:pt x="74350" y="46383"/>
                  <a:pt x="70678" y="46383"/>
                </a:cubicBezTo>
                <a:close/>
                <a:moveTo>
                  <a:pt x="78050" y="106017"/>
                </a:moveTo>
                <a:cubicBezTo>
                  <a:pt x="78217" y="103281"/>
                  <a:pt x="76853" y="100678"/>
                  <a:pt x="74507" y="99259"/>
                </a:cubicBezTo>
                <a:cubicBezTo>
                  <a:pt x="72162" y="97840"/>
                  <a:pt x="69222" y="97840"/>
                  <a:pt x="66877" y="99259"/>
                </a:cubicBezTo>
                <a:cubicBezTo>
                  <a:pt x="64531" y="100678"/>
                  <a:pt x="63167" y="103281"/>
                  <a:pt x="63334" y="106017"/>
                </a:cubicBezTo>
                <a:cubicBezTo>
                  <a:pt x="63167" y="108754"/>
                  <a:pt x="64531" y="111357"/>
                  <a:pt x="66877" y="112776"/>
                </a:cubicBezTo>
                <a:cubicBezTo>
                  <a:pt x="69222" y="114195"/>
                  <a:pt x="72162" y="114195"/>
                  <a:pt x="74507" y="112776"/>
                </a:cubicBezTo>
                <a:cubicBezTo>
                  <a:pt x="76853" y="111357"/>
                  <a:pt x="78217" y="108754"/>
                  <a:pt x="78050" y="106017"/>
                </a:cubicBezTo>
                <a:close/>
              </a:path>
            </a:pathLst>
          </a:custGeom>
          <a:solidFill>
            <a:srgbClr val="FE9A00"/>
          </a:solidFill>
          <a:ln/>
        </p:spPr>
      </p:sp>
      <p:sp>
        <p:nvSpPr>
          <p:cNvPr id="53" name="Text 51"/>
          <p:cNvSpPr/>
          <p:nvPr/>
        </p:nvSpPr>
        <p:spPr>
          <a:xfrm>
            <a:off x="752024" y="6145083"/>
            <a:ext cx="11011980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Vấn đề &amp; Khắc phục:</a:t>
            </a:r>
            <a:r>
              <a:rPr lang="en-US" sz="1113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Lỗi Beast Mode không tạo tự động → Copy file copilot-instructions.md thủ công vào .github/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7" grpId="0" animBg="1"/>
      <p:bldP spid="11" grpId="0" animBg="1"/>
      <p:bldP spid="12" grpId="0" animBg="1"/>
      <p:bldP spid="15" grpId="0" animBg="1"/>
      <p:bldP spid="16" grpId="0" animBg="1"/>
      <p:bldP spid="17" grpId="0" animBg="1"/>
      <p:bldP spid="21" grpId="0" animBg="1"/>
      <p:bldP spid="22" grpId="0" animBg="1"/>
      <p:bldP spid="25" grpId="0" animBg="1"/>
      <p:bldP spid="27" grpId="0" animBg="1"/>
      <p:bldP spid="28" grpId="0" animBg="1"/>
      <p:bldP spid="30" grpId="0" animBg="1"/>
      <p:bldP spid="31" grpId="0" animBg="1"/>
      <p:bldP spid="33" grpId="0" animBg="1"/>
      <p:bldP spid="34" grpId="0" animBg="1"/>
      <p:bldP spid="36" grpId="0" animBg="1"/>
      <p:bldP spid="37" grpId="0" animBg="1"/>
      <p:bldP spid="39" grpId="0" animBg="1"/>
      <p:bldP spid="40" grpId="0" animBg="1"/>
      <p:bldP spid="43" grpId="0" animBg="1"/>
      <p:bldP spid="45" grpId="0" animBg="1"/>
      <p:bldP spid="47" grpId="0" animBg="1"/>
      <p:bldP spid="4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4164" y="344164"/>
            <a:ext cx="11572505" cy="206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4" b="1" kern="0" spc="108" dirty="0">
                <a:solidFill>
                  <a:srgbClr val="00C9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CHAPTER 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4164" y="619495"/>
            <a:ext cx="11658546" cy="344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39" b="1" dirty="0">
                <a:solidFill>
                  <a:srgbClr val="10182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PYTHON BACKEND - FASTAPI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44164" y="1032491"/>
            <a:ext cx="11581109" cy="240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9" dirty="0">
                <a:solidFill>
                  <a:srgbClr val="6A72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Xây dựng Backend API cho ứng dụng mạng xã hội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7988" y="1483728"/>
            <a:ext cx="5643329" cy="3879490"/>
          </a:xfrm>
          <a:custGeom>
            <a:avLst/>
            <a:gdLst/>
            <a:ahLst/>
            <a:cxnLst/>
            <a:rect l="l" t="t" r="r" b="b"/>
            <a:pathLst>
              <a:path w="5643329" h="3879490">
                <a:moveTo>
                  <a:pt x="206505" y="0"/>
                </a:moveTo>
                <a:lnTo>
                  <a:pt x="5436824" y="0"/>
                </a:lnTo>
                <a:cubicBezTo>
                  <a:pt x="5550874" y="0"/>
                  <a:pt x="5643329" y="92456"/>
                  <a:pt x="5643329" y="206505"/>
                </a:cubicBezTo>
                <a:lnTo>
                  <a:pt x="5643329" y="3672985"/>
                </a:lnTo>
                <a:cubicBezTo>
                  <a:pt x="5643329" y="3787034"/>
                  <a:pt x="5550874" y="3879490"/>
                  <a:pt x="5436824" y="3879490"/>
                </a:cubicBezTo>
                <a:lnTo>
                  <a:pt x="206505" y="3879490"/>
                </a:lnTo>
                <a:cubicBezTo>
                  <a:pt x="92456" y="3879490"/>
                  <a:pt x="0" y="3787034"/>
                  <a:pt x="0" y="3672985"/>
                </a:cubicBezTo>
                <a:lnTo>
                  <a:pt x="0" y="206505"/>
                </a:lnTo>
                <a:cubicBezTo>
                  <a:pt x="0" y="92532"/>
                  <a:pt x="92532" y="0"/>
                  <a:pt x="206505" y="0"/>
                </a:cubicBezTo>
                <a:close/>
              </a:path>
            </a:pathLst>
          </a:custGeom>
          <a:gradFill flip="none" rotWithShape="1">
            <a:gsLst>
              <a:gs pos="0">
                <a:srgbClr val="F0FDF4"/>
              </a:gs>
              <a:gs pos="100000">
                <a:srgbClr val="ECFEFF"/>
              </a:gs>
            </a:gsLst>
            <a:lin ang="2700000" scaled="1"/>
          </a:gradFill>
          <a:ln w="11289">
            <a:solidFill>
              <a:srgbClr val="DCFC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5404" y="1694051"/>
            <a:ext cx="172082" cy="172082"/>
          </a:xfrm>
          <a:custGeom>
            <a:avLst/>
            <a:gdLst/>
            <a:ahLst/>
            <a:cxnLst/>
            <a:rect l="l" t="t" r="r" b="b"/>
            <a:pathLst>
              <a:path w="172082" h="172082">
                <a:moveTo>
                  <a:pt x="64531" y="21510"/>
                </a:moveTo>
                <a:cubicBezTo>
                  <a:pt x="64531" y="15561"/>
                  <a:pt x="69337" y="10755"/>
                  <a:pt x="75286" y="10755"/>
                </a:cubicBezTo>
                <a:lnTo>
                  <a:pt x="96796" y="10755"/>
                </a:lnTo>
                <a:cubicBezTo>
                  <a:pt x="102745" y="10755"/>
                  <a:pt x="107551" y="15561"/>
                  <a:pt x="107551" y="21510"/>
                </a:cubicBezTo>
                <a:lnTo>
                  <a:pt x="107551" y="43020"/>
                </a:lnTo>
                <a:cubicBezTo>
                  <a:pt x="107551" y="48969"/>
                  <a:pt x="102745" y="53776"/>
                  <a:pt x="96796" y="53776"/>
                </a:cubicBezTo>
                <a:lnTo>
                  <a:pt x="94107" y="53776"/>
                </a:lnTo>
                <a:lnTo>
                  <a:pt x="94107" y="75286"/>
                </a:lnTo>
                <a:lnTo>
                  <a:pt x="134439" y="75286"/>
                </a:lnTo>
                <a:cubicBezTo>
                  <a:pt x="147816" y="75286"/>
                  <a:pt x="158638" y="86108"/>
                  <a:pt x="158638" y="99485"/>
                </a:cubicBezTo>
                <a:lnTo>
                  <a:pt x="158638" y="118306"/>
                </a:lnTo>
                <a:lnTo>
                  <a:pt x="161327" y="118306"/>
                </a:lnTo>
                <a:cubicBezTo>
                  <a:pt x="167276" y="118306"/>
                  <a:pt x="172082" y="123112"/>
                  <a:pt x="172082" y="129061"/>
                </a:cubicBezTo>
                <a:lnTo>
                  <a:pt x="172082" y="150572"/>
                </a:lnTo>
                <a:cubicBezTo>
                  <a:pt x="172082" y="156521"/>
                  <a:pt x="167276" y="161327"/>
                  <a:pt x="161327" y="161327"/>
                </a:cubicBezTo>
                <a:lnTo>
                  <a:pt x="139817" y="161327"/>
                </a:lnTo>
                <a:cubicBezTo>
                  <a:pt x="133868" y="161327"/>
                  <a:pt x="129061" y="156521"/>
                  <a:pt x="129061" y="150572"/>
                </a:cubicBezTo>
                <a:lnTo>
                  <a:pt x="129061" y="129061"/>
                </a:lnTo>
                <a:cubicBezTo>
                  <a:pt x="129061" y="123112"/>
                  <a:pt x="133868" y="118306"/>
                  <a:pt x="139817" y="118306"/>
                </a:cubicBezTo>
                <a:lnTo>
                  <a:pt x="142505" y="118306"/>
                </a:lnTo>
                <a:lnTo>
                  <a:pt x="142505" y="99485"/>
                </a:lnTo>
                <a:cubicBezTo>
                  <a:pt x="142505" y="95015"/>
                  <a:pt x="138909" y="91418"/>
                  <a:pt x="134439" y="91418"/>
                </a:cubicBezTo>
                <a:lnTo>
                  <a:pt x="94107" y="91418"/>
                </a:lnTo>
                <a:lnTo>
                  <a:pt x="94107" y="118306"/>
                </a:lnTo>
                <a:lnTo>
                  <a:pt x="96796" y="118306"/>
                </a:lnTo>
                <a:cubicBezTo>
                  <a:pt x="102745" y="118306"/>
                  <a:pt x="107551" y="123112"/>
                  <a:pt x="107551" y="129061"/>
                </a:cubicBezTo>
                <a:lnTo>
                  <a:pt x="107551" y="150572"/>
                </a:lnTo>
                <a:cubicBezTo>
                  <a:pt x="107551" y="156521"/>
                  <a:pt x="102745" y="161327"/>
                  <a:pt x="96796" y="161327"/>
                </a:cubicBezTo>
                <a:lnTo>
                  <a:pt x="75286" y="161327"/>
                </a:lnTo>
                <a:cubicBezTo>
                  <a:pt x="69337" y="161327"/>
                  <a:pt x="64531" y="156521"/>
                  <a:pt x="64531" y="150572"/>
                </a:cubicBezTo>
                <a:lnTo>
                  <a:pt x="64531" y="129061"/>
                </a:lnTo>
                <a:cubicBezTo>
                  <a:pt x="64531" y="123112"/>
                  <a:pt x="69337" y="118306"/>
                  <a:pt x="75286" y="118306"/>
                </a:cubicBezTo>
                <a:lnTo>
                  <a:pt x="77975" y="118306"/>
                </a:lnTo>
                <a:lnTo>
                  <a:pt x="77975" y="91418"/>
                </a:lnTo>
                <a:lnTo>
                  <a:pt x="37643" y="91418"/>
                </a:lnTo>
                <a:cubicBezTo>
                  <a:pt x="33173" y="91418"/>
                  <a:pt x="29577" y="95015"/>
                  <a:pt x="29577" y="99485"/>
                </a:cubicBezTo>
                <a:lnTo>
                  <a:pt x="29577" y="118306"/>
                </a:lnTo>
                <a:lnTo>
                  <a:pt x="32265" y="118306"/>
                </a:lnTo>
                <a:cubicBezTo>
                  <a:pt x="38214" y="118306"/>
                  <a:pt x="43020" y="123112"/>
                  <a:pt x="43020" y="129061"/>
                </a:cubicBezTo>
                <a:lnTo>
                  <a:pt x="43020" y="150572"/>
                </a:lnTo>
                <a:cubicBezTo>
                  <a:pt x="43020" y="156521"/>
                  <a:pt x="38214" y="161327"/>
                  <a:pt x="32265" y="161327"/>
                </a:cubicBezTo>
                <a:lnTo>
                  <a:pt x="10755" y="161327"/>
                </a:lnTo>
                <a:cubicBezTo>
                  <a:pt x="4806" y="161327"/>
                  <a:pt x="0" y="156521"/>
                  <a:pt x="0" y="150572"/>
                </a:cubicBezTo>
                <a:lnTo>
                  <a:pt x="0" y="129061"/>
                </a:lnTo>
                <a:cubicBezTo>
                  <a:pt x="0" y="123112"/>
                  <a:pt x="4806" y="118306"/>
                  <a:pt x="10755" y="118306"/>
                </a:cubicBezTo>
                <a:lnTo>
                  <a:pt x="13444" y="118306"/>
                </a:lnTo>
                <a:lnTo>
                  <a:pt x="13444" y="99485"/>
                </a:lnTo>
                <a:cubicBezTo>
                  <a:pt x="13444" y="86108"/>
                  <a:pt x="24266" y="75286"/>
                  <a:pt x="37643" y="75286"/>
                </a:cubicBezTo>
                <a:lnTo>
                  <a:pt x="77975" y="75286"/>
                </a:lnTo>
                <a:lnTo>
                  <a:pt x="77975" y="53776"/>
                </a:lnTo>
                <a:lnTo>
                  <a:pt x="75286" y="53776"/>
                </a:lnTo>
                <a:cubicBezTo>
                  <a:pt x="69337" y="53776"/>
                  <a:pt x="64531" y="48969"/>
                  <a:pt x="64531" y="43020"/>
                </a:cubicBezTo>
                <a:lnTo>
                  <a:pt x="64531" y="21510"/>
                </a:ln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7" name="Text 5"/>
          <p:cNvSpPr/>
          <p:nvPr/>
        </p:nvSpPr>
        <p:spPr>
          <a:xfrm>
            <a:off x="738996" y="1659634"/>
            <a:ext cx="5162456" cy="240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5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 Nhóm nghiệp vụ chính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39190" y="2038214"/>
            <a:ext cx="5272397" cy="791577"/>
          </a:xfrm>
          <a:custGeom>
            <a:avLst/>
            <a:gdLst/>
            <a:ahLst/>
            <a:cxnLst/>
            <a:rect l="l" t="t" r="r" b="b"/>
            <a:pathLst>
              <a:path w="5272397" h="791577">
                <a:moveTo>
                  <a:pt x="30592" y="0"/>
                </a:moveTo>
                <a:lnTo>
                  <a:pt x="5134734" y="0"/>
                </a:lnTo>
                <a:cubicBezTo>
                  <a:pt x="5210763" y="0"/>
                  <a:pt x="5272397" y="61634"/>
                  <a:pt x="5272397" y="137663"/>
                </a:cubicBezTo>
                <a:lnTo>
                  <a:pt x="5272397" y="653913"/>
                </a:lnTo>
                <a:cubicBezTo>
                  <a:pt x="5272397" y="729943"/>
                  <a:pt x="5210763" y="791577"/>
                  <a:pt x="5134734" y="791577"/>
                </a:cubicBezTo>
                <a:lnTo>
                  <a:pt x="30592" y="791577"/>
                </a:lnTo>
                <a:cubicBezTo>
                  <a:pt x="13697" y="791577"/>
                  <a:pt x="0" y="777880"/>
                  <a:pt x="0" y="760984"/>
                </a:cubicBezTo>
                <a:lnTo>
                  <a:pt x="0" y="30592"/>
                </a:lnTo>
                <a:cubicBezTo>
                  <a:pt x="0" y="13697"/>
                  <a:pt x="13697" y="0"/>
                  <a:pt x="30592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39190" y="2038214"/>
            <a:ext cx="30592" cy="791577"/>
          </a:xfrm>
          <a:custGeom>
            <a:avLst/>
            <a:gdLst/>
            <a:ahLst/>
            <a:cxnLst/>
            <a:rect l="l" t="t" r="r" b="b"/>
            <a:pathLst>
              <a:path w="30592" h="791577">
                <a:moveTo>
                  <a:pt x="30592" y="0"/>
                </a:moveTo>
                <a:lnTo>
                  <a:pt x="30592" y="0"/>
                </a:lnTo>
                <a:lnTo>
                  <a:pt x="30592" y="791577"/>
                </a:lnTo>
                <a:lnTo>
                  <a:pt x="30592" y="791577"/>
                </a:lnTo>
                <a:cubicBezTo>
                  <a:pt x="13697" y="791577"/>
                  <a:pt x="0" y="777880"/>
                  <a:pt x="0" y="760984"/>
                </a:cubicBezTo>
                <a:lnTo>
                  <a:pt x="0" y="30592"/>
                </a:lnTo>
                <a:cubicBezTo>
                  <a:pt x="0" y="13697"/>
                  <a:pt x="13697" y="0"/>
                  <a:pt x="30592" y="0"/>
                </a:cubicBezTo>
                <a:close/>
              </a:path>
            </a:pathLst>
          </a:custGeom>
          <a:solidFill>
            <a:srgbClr val="2B7FFF"/>
          </a:solidFill>
          <a:ln/>
        </p:spPr>
      </p:sp>
      <p:sp>
        <p:nvSpPr>
          <p:cNvPr id="10" name="Shape 8"/>
          <p:cNvSpPr/>
          <p:nvPr/>
        </p:nvSpPr>
        <p:spPr>
          <a:xfrm>
            <a:off x="713662" y="2210296"/>
            <a:ext cx="172082" cy="172082"/>
          </a:xfrm>
          <a:custGeom>
            <a:avLst/>
            <a:gdLst/>
            <a:ahLst/>
            <a:cxnLst/>
            <a:rect l="l" t="t" r="r" b="b"/>
            <a:pathLst>
              <a:path w="172082" h="172082">
                <a:moveTo>
                  <a:pt x="0" y="139817"/>
                </a:moveTo>
                <a:lnTo>
                  <a:pt x="0" y="40332"/>
                </a:lnTo>
                <a:cubicBezTo>
                  <a:pt x="0" y="35862"/>
                  <a:pt x="3596" y="32265"/>
                  <a:pt x="8066" y="32265"/>
                </a:cubicBezTo>
                <a:cubicBezTo>
                  <a:pt x="12536" y="32265"/>
                  <a:pt x="16133" y="35862"/>
                  <a:pt x="16133" y="40332"/>
                </a:cubicBezTo>
                <a:lnTo>
                  <a:pt x="16133" y="137128"/>
                </a:lnTo>
                <a:cubicBezTo>
                  <a:pt x="16133" y="141598"/>
                  <a:pt x="19729" y="145194"/>
                  <a:pt x="24199" y="145194"/>
                </a:cubicBezTo>
                <a:cubicBezTo>
                  <a:pt x="28669" y="145194"/>
                  <a:pt x="32265" y="141598"/>
                  <a:pt x="32265" y="137128"/>
                </a:cubicBezTo>
                <a:lnTo>
                  <a:pt x="32265" y="32265"/>
                </a:lnTo>
                <a:cubicBezTo>
                  <a:pt x="32265" y="20401"/>
                  <a:pt x="41911" y="10755"/>
                  <a:pt x="53776" y="10755"/>
                </a:cubicBezTo>
                <a:lnTo>
                  <a:pt x="150572" y="10755"/>
                </a:lnTo>
                <a:cubicBezTo>
                  <a:pt x="162436" y="10755"/>
                  <a:pt x="172082" y="20401"/>
                  <a:pt x="172082" y="32265"/>
                </a:cubicBezTo>
                <a:lnTo>
                  <a:pt x="172082" y="139817"/>
                </a:lnTo>
                <a:cubicBezTo>
                  <a:pt x="172082" y="151681"/>
                  <a:pt x="162436" y="161327"/>
                  <a:pt x="150572" y="161327"/>
                </a:cubicBezTo>
                <a:lnTo>
                  <a:pt x="21510" y="161327"/>
                </a:lnTo>
                <a:cubicBezTo>
                  <a:pt x="9646" y="161327"/>
                  <a:pt x="0" y="151681"/>
                  <a:pt x="0" y="139817"/>
                </a:cubicBezTo>
                <a:close/>
                <a:moveTo>
                  <a:pt x="53776" y="43020"/>
                </a:moveTo>
                <a:lnTo>
                  <a:pt x="53776" y="64531"/>
                </a:lnTo>
                <a:cubicBezTo>
                  <a:pt x="53776" y="70480"/>
                  <a:pt x="58582" y="75286"/>
                  <a:pt x="64531" y="75286"/>
                </a:cubicBezTo>
                <a:lnTo>
                  <a:pt x="86041" y="75286"/>
                </a:lnTo>
                <a:cubicBezTo>
                  <a:pt x="91990" y="75286"/>
                  <a:pt x="96796" y="70480"/>
                  <a:pt x="96796" y="64531"/>
                </a:cubicBezTo>
                <a:lnTo>
                  <a:pt x="96796" y="43020"/>
                </a:lnTo>
                <a:cubicBezTo>
                  <a:pt x="96796" y="37072"/>
                  <a:pt x="91990" y="32265"/>
                  <a:pt x="86041" y="32265"/>
                </a:cubicBezTo>
                <a:lnTo>
                  <a:pt x="64531" y="32265"/>
                </a:lnTo>
                <a:cubicBezTo>
                  <a:pt x="58582" y="32265"/>
                  <a:pt x="53776" y="37072"/>
                  <a:pt x="53776" y="43020"/>
                </a:cubicBezTo>
                <a:close/>
                <a:moveTo>
                  <a:pt x="61842" y="123684"/>
                </a:moveTo>
                <a:cubicBezTo>
                  <a:pt x="57372" y="123684"/>
                  <a:pt x="53776" y="127280"/>
                  <a:pt x="53776" y="131750"/>
                </a:cubicBezTo>
                <a:cubicBezTo>
                  <a:pt x="53776" y="136220"/>
                  <a:pt x="57372" y="139817"/>
                  <a:pt x="61842" y="139817"/>
                </a:cubicBezTo>
                <a:lnTo>
                  <a:pt x="142505" y="139817"/>
                </a:lnTo>
                <a:cubicBezTo>
                  <a:pt x="146975" y="139817"/>
                  <a:pt x="150572" y="136220"/>
                  <a:pt x="150572" y="131750"/>
                </a:cubicBezTo>
                <a:cubicBezTo>
                  <a:pt x="150572" y="127280"/>
                  <a:pt x="146975" y="123684"/>
                  <a:pt x="142505" y="123684"/>
                </a:cubicBezTo>
                <a:lnTo>
                  <a:pt x="61842" y="123684"/>
                </a:lnTo>
                <a:close/>
                <a:moveTo>
                  <a:pt x="53776" y="99485"/>
                </a:moveTo>
                <a:cubicBezTo>
                  <a:pt x="53776" y="103955"/>
                  <a:pt x="57372" y="107551"/>
                  <a:pt x="61842" y="107551"/>
                </a:cubicBezTo>
                <a:lnTo>
                  <a:pt x="142505" y="107551"/>
                </a:lnTo>
                <a:cubicBezTo>
                  <a:pt x="146975" y="107551"/>
                  <a:pt x="150572" y="103955"/>
                  <a:pt x="150572" y="99485"/>
                </a:cubicBezTo>
                <a:cubicBezTo>
                  <a:pt x="150572" y="95015"/>
                  <a:pt x="146975" y="91418"/>
                  <a:pt x="142505" y="91418"/>
                </a:cubicBezTo>
                <a:lnTo>
                  <a:pt x="61842" y="91418"/>
                </a:lnTo>
                <a:cubicBezTo>
                  <a:pt x="57372" y="91418"/>
                  <a:pt x="53776" y="95015"/>
                  <a:pt x="53776" y="99485"/>
                </a:cubicBezTo>
                <a:close/>
                <a:moveTo>
                  <a:pt x="120995" y="59153"/>
                </a:moveTo>
                <a:cubicBezTo>
                  <a:pt x="116525" y="59153"/>
                  <a:pt x="112929" y="62749"/>
                  <a:pt x="112929" y="67219"/>
                </a:cubicBezTo>
                <a:cubicBezTo>
                  <a:pt x="112929" y="71690"/>
                  <a:pt x="116525" y="75286"/>
                  <a:pt x="120995" y="75286"/>
                </a:cubicBezTo>
                <a:lnTo>
                  <a:pt x="142505" y="75286"/>
                </a:lnTo>
                <a:cubicBezTo>
                  <a:pt x="146975" y="75286"/>
                  <a:pt x="150572" y="71690"/>
                  <a:pt x="150572" y="67219"/>
                </a:cubicBezTo>
                <a:cubicBezTo>
                  <a:pt x="150572" y="62749"/>
                  <a:pt x="146975" y="59153"/>
                  <a:pt x="142505" y="59153"/>
                </a:cubicBezTo>
                <a:lnTo>
                  <a:pt x="120995" y="59153"/>
                </a:lnTo>
                <a:close/>
              </a:path>
            </a:pathLst>
          </a:custGeom>
          <a:solidFill>
            <a:srgbClr val="2B7FFF"/>
          </a:solidFill>
          <a:ln/>
        </p:spPr>
      </p:sp>
      <p:sp>
        <p:nvSpPr>
          <p:cNvPr id="11" name="Text 9"/>
          <p:cNvSpPr/>
          <p:nvPr/>
        </p:nvSpPr>
        <p:spPr>
          <a:xfrm>
            <a:off x="1010503" y="2175880"/>
            <a:ext cx="1290614" cy="240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9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Quản lý Bài đăng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2151" y="2485627"/>
            <a:ext cx="5050603" cy="206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4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Xem tất cả, Tạo, Xem chi tiết, Sửa, Xóa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39190" y="2933040"/>
            <a:ext cx="5272397" cy="791577"/>
          </a:xfrm>
          <a:custGeom>
            <a:avLst/>
            <a:gdLst/>
            <a:ahLst/>
            <a:cxnLst/>
            <a:rect l="l" t="t" r="r" b="b"/>
            <a:pathLst>
              <a:path w="5272397" h="791577">
                <a:moveTo>
                  <a:pt x="30592" y="0"/>
                </a:moveTo>
                <a:lnTo>
                  <a:pt x="5134734" y="0"/>
                </a:lnTo>
                <a:cubicBezTo>
                  <a:pt x="5210763" y="0"/>
                  <a:pt x="5272397" y="61634"/>
                  <a:pt x="5272397" y="137663"/>
                </a:cubicBezTo>
                <a:lnTo>
                  <a:pt x="5272397" y="653913"/>
                </a:lnTo>
                <a:cubicBezTo>
                  <a:pt x="5272397" y="729943"/>
                  <a:pt x="5210763" y="791577"/>
                  <a:pt x="5134734" y="791577"/>
                </a:cubicBezTo>
                <a:lnTo>
                  <a:pt x="30592" y="791577"/>
                </a:lnTo>
                <a:cubicBezTo>
                  <a:pt x="13697" y="791577"/>
                  <a:pt x="0" y="777880"/>
                  <a:pt x="0" y="760984"/>
                </a:cubicBezTo>
                <a:lnTo>
                  <a:pt x="0" y="30592"/>
                </a:lnTo>
                <a:cubicBezTo>
                  <a:pt x="0" y="13697"/>
                  <a:pt x="13697" y="0"/>
                  <a:pt x="30592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539190" y="2933040"/>
            <a:ext cx="30592" cy="791577"/>
          </a:xfrm>
          <a:custGeom>
            <a:avLst/>
            <a:gdLst/>
            <a:ahLst/>
            <a:cxnLst/>
            <a:rect l="l" t="t" r="r" b="b"/>
            <a:pathLst>
              <a:path w="30592" h="791577">
                <a:moveTo>
                  <a:pt x="30592" y="0"/>
                </a:moveTo>
                <a:lnTo>
                  <a:pt x="30592" y="0"/>
                </a:lnTo>
                <a:lnTo>
                  <a:pt x="30592" y="791577"/>
                </a:lnTo>
                <a:lnTo>
                  <a:pt x="30592" y="791577"/>
                </a:lnTo>
                <a:cubicBezTo>
                  <a:pt x="13697" y="791577"/>
                  <a:pt x="0" y="777880"/>
                  <a:pt x="0" y="760984"/>
                </a:cubicBezTo>
                <a:lnTo>
                  <a:pt x="0" y="30592"/>
                </a:lnTo>
                <a:cubicBezTo>
                  <a:pt x="0" y="13697"/>
                  <a:pt x="13697" y="0"/>
                  <a:pt x="30592" y="0"/>
                </a:cubicBezTo>
                <a:close/>
              </a:path>
            </a:pathLst>
          </a:custGeom>
          <a:solidFill>
            <a:srgbClr val="AD46FF"/>
          </a:solidFill>
          <a:ln/>
        </p:spPr>
      </p:sp>
      <p:sp>
        <p:nvSpPr>
          <p:cNvPr id="15" name="Shape 13"/>
          <p:cNvSpPr/>
          <p:nvPr/>
        </p:nvSpPr>
        <p:spPr>
          <a:xfrm>
            <a:off x="702907" y="3105122"/>
            <a:ext cx="193592" cy="172082"/>
          </a:xfrm>
          <a:custGeom>
            <a:avLst/>
            <a:gdLst/>
            <a:ahLst/>
            <a:cxnLst/>
            <a:rect l="l" t="t" r="r" b="b"/>
            <a:pathLst>
              <a:path w="193592" h="172082">
                <a:moveTo>
                  <a:pt x="129061" y="48398"/>
                </a:moveTo>
                <a:cubicBezTo>
                  <a:pt x="129061" y="81067"/>
                  <a:pt x="100157" y="107551"/>
                  <a:pt x="64531" y="107551"/>
                </a:cubicBezTo>
                <a:cubicBezTo>
                  <a:pt x="55557" y="107551"/>
                  <a:pt x="47020" y="105871"/>
                  <a:pt x="39256" y="102846"/>
                </a:cubicBezTo>
                <a:lnTo>
                  <a:pt x="11831" y="117365"/>
                </a:lnTo>
                <a:cubicBezTo>
                  <a:pt x="8705" y="119012"/>
                  <a:pt x="4873" y="118441"/>
                  <a:pt x="2353" y="115954"/>
                </a:cubicBezTo>
                <a:cubicBezTo>
                  <a:pt x="-168" y="113466"/>
                  <a:pt x="-739" y="109601"/>
                  <a:pt x="941" y="106476"/>
                </a:cubicBezTo>
                <a:lnTo>
                  <a:pt x="12906" y="83890"/>
                </a:lnTo>
                <a:cubicBezTo>
                  <a:pt x="4806" y="74009"/>
                  <a:pt x="0" y="61707"/>
                  <a:pt x="0" y="48398"/>
                </a:cubicBezTo>
                <a:cubicBezTo>
                  <a:pt x="0" y="15729"/>
                  <a:pt x="28904" y="-10755"/>
                  <a:pt x="64531" y="-10755"/>
                </a:cubicBezTo>
                <a:cubicBezTo>
                  <a:pt x="100157" y="-10755"/>
                  <a:pt x="129061" y="15729"/>
                  <a:pt x="129061" y="48398"/>
                </a:cubicBezTo>
                <a:close/>
                <a:moveTo>
                  <a:pt x="129061" y="172082"/>
                </a:moveTo>
                <a:cubicBezTo>
                  <a:pt x="97435" y="172082"/>
                  <a:pt x="71118" y="151210"/>
                  <a:pt x="65606" y="123684"/>
                </a:cubicBezTo>
                <a:cubicBezTo>
                  <a:pt x="105938" y="123180"/>
                  <a:pt x="140993" y="94477"/>
                  <a:pt x="144858" y="55557"/>
                </a:cubicBezTo>
                <a:cubicBezTo>
                  <a:pt x="172855" y="62010"/>
                  <a:pt x="193592" y="85234"/>
                  <a:pt x="193592" y="112929"/>
                </a:cubicBezTo>
                <a:cubicBezTo>
                  <a:pt x="193592" y="126238"/>
                  <a:pt x="188786" y="138539"/>
                  <a:pt x="180686" y="148421"/>
                </a:cubicBezTo>
                <a:lnTo>
                  <a:pt x="192651" y="171006"/>
                </a:lnTo>
                <a:cubicBezTo>
                  <a:pt x="194298" y="174132"/>
                  <a:pt x="193727" y="177964"/>
                  <a:pt x="191239" y="180484"/>
                </a:cubicBezTo>
                <a:cubicBezTo>
                  <a:pt x="188752" y="183005"/>
                  <a:pt x="184887" y="183576"/>
                  <a:pt x="181761" y="181896"/>
                </a:cubicBezTo>
                <a:lnTo>
                  <a:pt x="154336" y="167376"/>
                </a:lnTo>
                <a:cubicBezTo>
                  <a:pt x="146572" y="170401"/>
                  <a:pt x="138035" y="172082"/>
                  <a:pt x="129061" y="172082"/>
                </a:cubicBezTo>
                <a:close/>
              </a:path>
            </a:pathLst>
          </a:custGeom>
          <a:solidFill>
            <a:srgbClr val="AD46FF"/>
          </a:solidFill>
          <a:ln/>
        </p:spPr>
      </p:sp>
      <p:sp>
        <p:nvSpPr>
          <p:cNvPr id="16" name="Text 14"/>
          <p:cNvSpPr/>
          <p:nvPr/>
        </p:nvSpPr>
        <p:spPr>
          <a:xfrm>
            <a:off x="1010503" y="3070705"/>
            <a:ext cx="1325030" cy="240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9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Quản lý Bình luận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92151" y="3380453"/>
            <a:ext cx="5050603" cy="206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4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Xem tất cả, Tạo, Xem chi tiết, Sửa, Xóa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39190" y="3827866"/>
            <a:ext cx="5272397" cy="791577"/>
          </a:xfrm>
          <a:custGeom>
            <a:avLst/>
            <a:gdLst/>
            <a:ahLst/>
            <a:cxnLst/>
            <a:rect l="l" t="t" r="r" b="b"/>
            <a:pathLst>
              <a:path w="5272397" h="791577">
                <a:moveTo>
                  <a:pt x="30592" y="0"/>
                </a:moveTo>
                <a:lnTo>
                  <a:pt x="5134734" y="0"/>
                </a:lnTo>
                <a:cubicBezTo>
                  <a:pt x="5210763" y="0"/>
                  <a:pt x="5272397" y="61634"/>
                  <a:pt x="5272397" y="137663"/>
                </a:cubicBezTo>
                <a:lnTo>
                  <a:pt x="5272397" y="653913"/>
                </a:lnTo>
                <a:cubicBezTo>
                  <a:pt x="5272397" y="729943"/>
                  <a:pt x="5210763" y="791577"/>
                  <a:pt x="5134734" y="791577"/>
                </a:cubicBezTo>
                <a:lnTo>
                  <a:pt x="30592" y="791577"/>
                </a:lnTo>
                <a:cubicBezTo>
                  <a:pt x="13697" y="791577"/>
                  <a:pt x="0" y="777880"/>
                  <a:pt x="0" y="760984"/>
                </a:cubicBezTo>
                <a:lnTo>
                  <a:pt x="0" y="30592"/>
                </a:lnTo>
                <a:cubicBezTo>
                  <a:pt x="0" y="13697"/>
                  <a:pt x="13697" y="0"/>
                  <a:pt x="30592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539190" y="3827866"/>
            <a:ext cx="30592" cy="791577"/>
          </a:xfrm>
          <a:custGeom>
            <a:avLst/>
            <a:gdLst/>
            <a:ahLst/>
            <a:cxnLst/>
            <a:rect l="l" t="t" r="r" b="b"/>
            <a:pathLst>
              <a:path w="30592" h="791577">
                <a:moveTo>
                  <a:pt x="30592" y="0"/>
                </a:moveTo>
                <a:lnTo>
                  <a:pt x="30592" y="0"/>
                </a:lnTo>
                <a:lnTo>
                  <a:pt x="30592" y="791577"/>
                </a:lnTo>
                <a:lnTo>
                  <a:pt x="30592" y="791577"/>
                </a:lnTo>
                <a:cubicBezTo>
                  <a:pt x="13697" y="791577"/>
                  <a:pt x="0" y="777880"/>
                  <a:pt x="0" y="760984"/>
                </a:cubicBezTo>
                <a:lnTo>
                  <a:pt x="0" y="30592"/>
                </a:lnTo>
                <a:cubicBezTo>
                  <a:pt x="0" y="13697"/>
                  <a:pt x="13697" y="0"/>
                  <a:pt x="30592" y="0"/>
                </a:cubicBezTo>
                <a:close/>
              </a:path>
            </a:pathLst>
          </a:custGeom>
          <a:solidFill>
            <a:srgbClr val="FF2056"/>
          </a:solidFill>
          <a:ln/>
        </p:spPr>
      </p:sp>
      <p:sp>
        <p:nvSpPr>
          <p:cNvPr id="20" name="Shape 18"/>
          <p:cNvSpPr/>
          <p:nvPr/>
        </p:nvSpPr>
        <p:spPr>
          <a:xfrm>
            <a:off x="713662" y="3999948"/>
            <a:ext cx="172082" cy="172082"/>
          </a:xfrm>
          <a:custGeom>
            <a:avLst/>
            <a:gdLst/>
            <a:ahLst/>
            <a:cxnLst/>
            <a:rect l="l" t="t" r="r" b="b"/>
            <a:pathLst>
              <a:path w="172082" h="172082">
                <a:moveTo>
                  <a:pt x="80999" y="29274"/>
                </a:moveTo>
                <a:lnTo>
                  <a:pt x="86041" y="36231"/>
                </a:lnTo>
                <a:lnTo>
                  <a:pt x="91082" y="29274"/>
                </a:lnTo>
                <a:cubicBezTo>
                  <a:pt x="99485" y="17645"/>
                  <a:pt x="112996" y="10755"/>
                  <a:pt x="127347" y="10755"/>
                </a:cubicBezTo>
                <a:cubicBezTo>
                  <a:pt x="152050" y="10755"/>
                  <a:pt x="172082" y="30787"/>
                  <a:pt x="172082" y="55490"/>
                </a:cubicBezTo>
                <a:lnTo>
                  <a:pt x="172082" y="56364"/>
                </a:lnTo>
                <a:cubicBezTo>
                  <a:pt x="172082" y="94074"/>
                  <a:pt x="125062" y="137867"/>
                  <a:pt x="100527" y="156588"/>
                </a:cubicBezTo>
                <a:cubicBezTo>
                  <a:pt x="96359" y="159747"/>
                  <a:pt x="91250" y="161327"/>
                  <a:pt x="86041" y="161327"/>
                </a:cubicBezTo>
                <a:cubicBezTo>
                  <a:pt x="80831" y="161327"/>
                  <a:pt x="75689" y="159781"/>
                  <a:pt x="71555" y="156588"/>
                </a:cubicBezTo>
                <a:cubicBezTo>
                  <a:pt x="47020" y="137867"/>
                  <a:pt x="0" y="94074"/>
                  <a:pt x="0" y="56364"/>
                </a:cubicBezTo>
                <a:lnTo>
                  <a:pt x="0" y="55490"/>
                </a:lnTo>
                <a:cubicBezTo>
                  <a:pt x="0" y="30787"/>
                  <a:pt x="20031" y="10755"/>
                  <a:pt x="44735" y="10755"/>
                </a:cubicBezTo>
                <a:cubicBezTo>
                  <a:pt x="59086" y="10755"/>
                  <a:pt x="72597" y="17645"/>
                  <a:pt x="80999" y="29274"/>
                </a:cubicBezTo>
                <a:close/>
              </a:path>
            </a:pathLst>
          </a:custGeom>
          <a:solidFill>
            <a:srgbClr val="FF2056"/>
          </a:solidFill>
          <a:ln/>
        </p:spPr>
      </p:sp>
      <p:sp>
        <p:nvSpPr>
          <p:cNvPr id="21" name="Text 19"/>
          <p:cNvSpPr/>
          <p:nvPr/>
        </p:nvSpPr>
        <p:spPr>
          <a:xfrm>
            <a:off x="1010503" y="3965531"/>
            <a:ext cx="1454092" cy="240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9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Quản lý Like/Unlike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2151" y="4275279"/>
            <a:ext cx="5050603" cy="206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4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Like một bài, Unlike một bài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02595" y="1483728"/>
            <a:ext cx="5643329" cy="1969381"/>
          </a:xfrm>
          <a:custGeom>
            <a:avLst/>
            <a:gdLst/>
            <a:ahLst/>
            <a:cxnLst/>
            <a:rect l="l" t="t" r="r" b="b"/>
            <a:pathLst>
              <a:path w="5643329" h="1969381">
                <a:moveTo>
                  <a:pt x="206490" y="0"/>
                </a:moveTo>
                <a:lnTo>
                  <a:pt x="5436839" y="0"/>
                </a:lnTo>
                <a:cubicBezTo>
                  <a:pt x="5550881" y="0"/>
                  <a:pt x="5643329" y="92449"/>
                  <a:pt x="5643329" y="206490"/>
                </a:cubicBezTo>
                <a:lnTo>
                  <a:pt x="5643329" y="1762892"/>
                </a:lnTo>
                <a:cubicBezTo>
                  <a:pt x="5643329" y="1876933"/>
                  <a:pt x="5550881" y="1969381"/>
                  <a:pt x="5436839" y="1969381"/>
                </a:cubicBezTo>
                <a:lnTo>
                  <a:pt x="206490" y="1969381"/>
                </a:lnTo>
                <a:cubicBezTo>
                  <a:pt x="92449" y="1969381"/>
                  <a:pt x="0" y="1876933"/>
                  <a:pt x="0" y="1762892"/>
                </a:cubicBezTo>
                <a:lnTo>
                  <a:pt x="0" y="206490"/>
                </a:lnTo>
                <a:cubicBezTo>
                  <a:pt x="0" y="92449"/>
                  <a:pt x="92449" y="0"/>
                  <a:pt x="206490" y="0"/>
                </a:cubicBezTo>
                <a:close/>
              </a:path>
            </a:pathLst>
          </a:custGeom>
          <a:solidFill>
            <a:srgbClr val="FFFFFF"/>
          </a:solidFill>
          <a:ln w="11289">
            <a:solidFill>
              <a:srgbClr val="E5E7EB"/>
            </a:solidFill>
            <a:prstDash val="solid"/>
          </a:ln>
          <a:effectLst>
            <a:outerShdw blurRad="206498" dist="34416" dir="5400000" algn="bl" rotWithShape="0">
              <a:srgbClr val="000000">
                <a:alpha val="7843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90332" y="1702655"/>
            <a:ext cx="174233" cy="154874"/>
          </a:xfrm>
          <a:custGeom>
            <a:avLst/>
            <a:gdLst/>
            <a:ahLst/>
            <a:cxnLst/>
            <a:rect l="l" t="t" r="r" b="b"/>
            <a:pathLst>
              <a:path w="174233" h="154874">
                <a:moveTo>
                  <a:pt x="109138" y="363"/>
                </a:moveTo>
                <a:cubicBezTo>
                  <a:pt x="103995" y="-1119"/>
                  <a:pt x="98641" y="1875"/>
                  <a:pt x="97159" y="7018"/>
                </a:cubicBezTo>
                <a:lnTo>
                  <a:pt x="58441" y="142532"/>
                </a:lnTo>
                <a:cubicBezTo>
                  <a:pt x="56958" y="147674"/>
                  <a:pt x="59953" y="153029"/>
                  <a:pt x="65095" y="154511"/>
                </a:cubicBezTo>
                <a:cubicBezTo>
                  <a:pt x="70238" y="155993"/>
                  <a:pt x="75592" y="152998"/>
                  <a:pt x="77074" y="147856"/>
                </a:cubicBezTo>
                <a:lnTo>
                  <a:pt x="115792" y="12341"/>
                </a:lnTo>
                <a:cubicBezTo>
                  <a:pt x="117274" y="7199"/>
                  <a:pt x="114280" y="1845"/>
                  <a:pt x="109138" y="363"/>
                </a:cubicBezTo>
                <a:close/>
                <a:moveTo>
                  <a:pt x="128678" y="41532"/>
                </a:moveTo>
                <a:cubicBezTo>
                  <a:pt x="124897" y="45313"/>
                  <a:pt x="124897" y="51453"/>
                  <a:pt x="128678" y="55234"/>
                </a:cubicBezTo>
                <a:lnTo>
                  <a:pt x="150881" y="77437"/>
                </a:lnTo>
                <a:lnTo>
                  <a:pt x="128678" y="99639"/>
                </a:lnTo>
                <a:cubicBezTo>
                  <a:pt x="124897" y="103421"/>
                  <a:pt x="124897" y="109561"/>
                  <a:pt x="128678" y="113342"/>
                </a:cubicBezTo>
                <a:cubicBezTo>
                  <a:pt x="132459" y="117123"/>
                  <a:pt x="138600" y="117123"/>
                  <a:pt x="142381" y="113342"/>
                </a:cubicBezTo>
                <a:lnTo>
                  <a:pt x="171420" y="84303"/>
                </a:lnTo>
                <a:cubicBezTo>
                  <a:pt x="175201" y="80522"/>
                  <a:pt x="175201" y="74382"/>
                  <a:pt x="171420" y="70601"/>
                </a:cubicBezTo>
                <a:lnTo>
                  <a:pt x="142381" y="41562"/>
                </a:lnTo>
                <a:cubicBezTo>
                  <a:pt x="138600" y="37781"/>
                  <a:pt x="132459" y="37781"/>
                  <a:pt x="128678" y="41562"/>
                </a:cubicBezTo>
                <a:close/>
                <a:moveTo>
                  <a:pt x="45585" y="41532"/>
                </a:moveTo>
                <a:cubicBezTo>
                  <a:pt x="41804" y="37750"/>
                  <a:pt x="35663" y="37750"/>
                  <a:pt x="31882" y="41532"/>
                </a:cubicBezTo>
                <a:lnTo>
                  <a:pt x="2843" y="70570"/>
                </a:lnTo>
                <a:cubicBezTo>
                  <a:pt x="-938" y="74351"/>
                  <a:pt x="-938" y="80492"/>
                  <a:pt x="2843" y="84273"/>
                </a:cubicBezTo>
                <a:lnTo>
                  <a:pt x="31882" y="113312"/>
                </a:lnTo>
                <a:cubicBezTo>
                  <a:pt x="35663" y="117093"/>
                  <a:pt x="41804" y="117093"/>
                  <a:pt x="45585" y="113312"/>
                </a:cubicBezTo>
                <a:cubicBezTo>
                  <a:pt x="49366" y="109531"/>
                  <a:pt x="49366" y="103390"/>
                  <a:pt x="45585" y="99609"/>
                </a:cubicBezTo>
                <a:lnTo>
                  <a:pt x="23382" y="77437"/>
                </a:lnTo>
                <a:lnTo>
                  <a:pt x="45555" y="55234"/>
                </a:lnTo>
                <a:cubicBezTo>
                  <a:pt x="49336" y="51453"/>
                  <a:pt x="49336" y="45313"/>
                  <a:pt x="45555" y="41532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25" name="Text 23"/>
          <p:cNvSpPr/>
          <p:nvPr/>
        </p:nvSpPr>
        <p:spPr>
          <a:xfrm>
            <a:off x="6576395" y="1659634"/>
            <a:ext cx="5171060" cy="240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9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Công nghệ sử dụng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78501" y="2003798"/>
            <a:ext cx="2589832" cy="585078"/>
          </a:xfrm>
          <a:custGeom>
            <a:avLst/>
            <a:gdLst/>
            <a:ahLst/>
            <a:cxnLst/>
            <a:rect l="l" t="t" r="r" b="b"/>
            <a:pathLst>
              <a:path w="2589832" h="585078">
                <a:moveTo>
                  <a:pt x="103249" y="0"/>
                </a:moveTo>
                <a:lnTo>
                  <a:pt x="2486583" y="0"/>
                </a:lnTo>
                <a:cubicBezTo>
                  <a:pt x="2543568" y="0"/>
                  <a:pt x="2589832" y="46264"/>
                  <a:pt x="2589832" y="103249"/>
                </a:cubicBezTo>
                <a:lnTo>
                  <a:pt x="2589832" y="481830"/>
                </a:lnTo>
                <a:cubicBezTo>
                  <a:pt x="2589832" y="538814"/>
                  <a:pt x="2543568" y="585078"/>
                  <a:pt x="2486583" y="585078"/>
                </a:cubicBezTo>
                <a:lnTo>
                  <a:pt x="103249" y="585078"/>
                </a:lnTo>
                <a:cubicBezTo>
                  <a:pt x="46264" y="585078"/>
                  <a:pt x="0" y="538814"/>
                  <a:pt x="0" y="481830"/>
                </a:cubicBezTo>
                <a:lnTo>
                  <a:pt x="0" y="103249"/>
                </a:lnTo>
                <a:cubicBezTo>
                  <a:pt x="0" y="46264"/>
                  <a:pt x="46264" y="0"/>
                  <a:pt x="103249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7" name="Text 25"/>
          <p:cNvSpPr/>
          <p:nvPr/>
        </p:nvSpPr>
        <p:spPr>
          <a:xfrm>
            <a:off x="6447334" y="2107047"/>
            <a:ext cx="2452167" cy="206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4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FastAPI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51636" y="2313545"/>
            <a:ext cx="2443562" cy="1720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8" dirty="0">
                <a:solidFill>
                  <a:srgbClr val="6A72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0.129.0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074450" y="2003798"/>
            <a:ext cx="2589832" cy="585078"/>
          </a:xfrm>
          <a:custGeom>
            <a:avLst/>
            <a:gdLst/>
            <a:ahLst/>
            <a:cxnLst/>
            <a:rect l="l" t="t" r="r" b="b"/>
            <a:pathLst>
              <a:path w="2589832" h="585078">
                <a:moveTo>
                  <a:pt x="103249" y="0"/>
                </a:moveTo>
                <a:lnTo>
                  <a:pt x="2486583" y="0"/>
                </a:lnTo>
                <a:cubicBezTo>
                  <a:pt x="2543568" y="0"/>
                  <a:pt x="2589832" y="46264"/>
                  <a:pt x="2589832" y="103249"/>
                </a:cubicBezTo>
                <a:lnTo>
                  <a:pt x="2589832" y="481830"/>
                </a:lnTo>
                <a:cubicBezTo>
                  <a:pt x="2589832" y="538814"/>
                  <a:pt x="2543568" y="585078"/>
                  <a:pt x="2486583" y="585078"/>
                </a:cubicBezTo>
                <a:lnTo>
                  <a:pt x="103249" y="585078"/>
                </a:lnTo>
                <a:cubicBezTo>
                  <a:pt x="46264" y="585078"/>
                  <a:pt x="0" y="538814"/>
                  <a:pt x="0" y="481830"/>
                </a:cubicBezTo>
                <a:lnTo>
                  <a:pt x="0" y="103249"/>
                </a:lnTo>
                <a:cubicBezTo>
                  <a:pt x="0" y="46264"/>
                  <a:pt x="46264" y="0"/>
                  <a:pt x="103249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30" name="Text 28"/>
          <p:cNvSpPr/>
          <p:nvPr/>
        </p:nvSpPr>
        <p:spPr>
          <a:xfrm>
            <a:off x="9143283" y="2107047"/>
            <a:ext cx="2452167" cy="206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4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Uvicorn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147585" y="2313545"/>
            <a:ext cx="2443562" cy="1720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8" dirty="0">
                <a:solidFill>
                  <a:srgbClr val="6A72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0.40.0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78501" y="2692125"/>
            <a:ext cx="2589832" cy="585078"/>
          </a:xfrm>
          <a:custGeom>
            <a:avLst/>
            <a:gdLst/>
            <a:ahLst/>
            <a:cxnLst/>
            <a:rect l="l" t="t" r="r" b="b"/>
            <a:pathLst>
              <a:path w="2589832" h="585078">
                <a:moveTo>
                  <a:pt x="103249" y="0"/>
                </a:moveTo>
                <a:lnTo>
                  <a:pt x="2486583" y="0"/>
                </a:lnTo>
                <a:cubicBezTo>
                  <a:pt x="2543568" y="0"/>
                  <a:pt x="2589832" y="46264"/>
                  <a:pt x="2589832" y="103249"/>
                </a:cubicBezTo>
                <a:lnTo>
                  <a:pt x="2589832" y="481830"/>
                </a:lnTo>
                <a:cubicBezTo>
                  <a:pt x="2589832" y="538814"/>
                  <a:pt x="2543568" y="585078"/>
                  <a:pt x="2486583" y="585078"/>
                </a:cubicBezTo>
                <a:lnTo>
                  <a:pt x="103249" y="585078"/>
                </a:lnTo>
                <a:cubicBezTo>
                  <a:pt x="46264" y="585078"/>
                  <a:pt x="0" y="538814"/>
                  <a:pt x="0" y="481830"/>
                </a:cubicBezTo>
                <a:lnTo>
                  <a:pt x="0" y="103249"/>
                </a:lnTo>
                <a:cubicBezTo>
                  <a:pt x="0" y="46264"/>
                  <a:pt x="46264" y="0"/>
                  <a:pt x="103249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33" name="Text 31"/>
          <p:cNvSpPr/>
          <p:nvPr/>
        </p:nvSpPr>
        <p:spPr>
          <a:xfrm>
            <a:off x="6447334" y="2795374"/>
            <a:ext cx="2452167" cy="206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4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SQLite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51636" y="3001873"/>
            <a:ext cx="2443562" cy="1720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8" dirty="0">
                <a:solidFill>
                  <a:srgbClr val="6A72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aiosqlite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9074450" y="2692125"/>
            <a:ext cx="2589832" cy="585078"/>
          </a:xfrm>
          <a:custGeom>
            <a:avLst/>
            <a:gdLst/>
            <a:ahLst/>
            <a:cxnLst/>
            <a:rect l="l" t="t" r="r" b="b"/>
            <a:pathLst>
              <a:path w="2589832" h="585078">
                <a:moveTo>
                  <a:pt x="103249" y="0"/>
                </a:moveTo>
                <a:lnTo>
                  <a:pt x="2486583" y="0"/>
                </a:lnTo>
                <a:cubicBezTo>
                  <a:pt x="2543568" y="0"/>
                  <a:pt x="2589832" y="46264"/>
                  <a:pt x="2589832" y="103249"/>
                </a:cubicBezTo>
                <a:lnTo>
                  <a:pt x="2589832" y="481830"/>
                </a:lnTo>
                <a:cubicBezTo>
                  <a:pt x="2589832" y="538814"/>
                  <a:pt x="2543568" y="585078"/>
                  <a:pt x="2486583" y="585078"/>
                </a:cubicBezTo>
                <a:lnTo>
                  <a:pt x="103249" y="585078"/>
                </a:lnTo>
                <a:cubicBezTo>
                  <a:pt x="46264" y="585078"/>
                  <a:pt x="0" y="538814"/>
                  <a:pt x="0" y="481830"/>
                </a:cubicBezTo>
                <a:lnTo>
                  <a:pt x="0" y="103249"/>
                </a:lnTo>
                <a:cubicBezTo>
                  <a:pt x="0" y="46264"/>
                  <a:pt x="46264" y="0"/>
                  <a:pt x="103249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36" name="Text 34"/>
          <p:cNvSpPr/>
          <p:nvPr/>
        </p:nvSpPr>
        <p:spPr>
          <a:xfrm>
            <a:off x="9143283" y="2795374"/>
            <a:ext cx="2452167" cy="206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4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Pydantic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147585" y="3001873"/>
            <a:ext cx="2443562" cy="1720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8" dirty="0">
                <a:solidFill>
                  <a:srgbClr val="6A72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v2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202595" y="3632840"/>
            <a:ext cx="5643329" cy="1728467"/>
          </a:xfrm>
          <a:custGeom>
            <a:avLst/>
            <a:gdLst/>
            <a:ahLst/>
            <a:cxnLst/>
            <a:rect l="l" t="t" r="r" b="b"/>
            <a:pathLst>
              <a:path w="5643329" h="1728467">
                <a:moveTo>
                  <a:pt x="206500" y="0"/>
                </a:moveTo>
                <a:lnTo>
                  <a:pt x="5436829" y="0"/>
                </a:lnTo>
                <a:cubicBezTo>
                  <a:pt x="5550876" y="0"/>
                  <a:pt x="5643329" y="92453"/>
                  <a:pt x="5643329" y="206500"/>
                </a:cubicBezTo>
                <a:lnTo>
                  <a:pt x="5643329" y="1521967"/>
                </a:lnTo>
                <a:cubicBezTo>
                  <a:pt x="5643329" y="1636014"/>
                  <a:pt x="5550876" y="1728467"/>
                  <a:pt x="5436829" y="1728467"/>
                </a:cubicBezTo>
                <a:lnTo>
                  <a:pt x="206500" y="1728467"/>
                </a:lnTo>
                <a:cubicBezTo>
                  <a:pt x="92453" y="1728467"/>
                  <a:pt x="0" y="1636014"/>
                  <a:pt x="0" y="1521967"/>
                </a:cubicBezTo>
                <a:lnTo>
                  <a:pt x="0" y="206500"/>
                </a:lnTo>
                <a:cubicBezTo>
                  <a:pt x="0" y="92530"/>
                  <a:pt x="92530" y="0"/>
                  <a:pt x="206500" y="0"/>
                </a:cubicBezTo>
                <a:close/>
              </a:path>
            </a:pathLst>
          </a:custGeom>
          <a:gradFill flip="none" rotWithShape="1">
            <a:gsLst>
              <a:gs pos="0">
                <a:srgbClr val="EFF6FF"/>
              </a:gs>
              <a:gs pos="100000">
                <a:srgbClr val="EEF2FF"/>
              </a:gs>
            </a:gsLst>
            <a:lin ang="2700000" scaled="1"/>
          </a:gradFill>
          <a:ln w="11289">
            <a:solidFill>
              <a:srgbClr val="DBEAF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00011" y="3851766"/>
            <a:ext cx="154874" cy="154874"/>
          </a:xfrm>
          <a:custGeom>
            <a:avLst/>
            <a:gdLst/>
            <a:ahLst/>
            <a:cxnLst/>
            <a:rect l="l" t="t" r="r" b="b"/>
            <a:pathLst>
              <a:path w="154874" h="154874">
                <a:moveTo>
                  <a:pt x="0" y="21779"/>
                </a:moveTo>
                <a:cubicBezTo>
                  <a:pt x="0" y="17786"/>
                  <a:pt x="3237" y="14519"/>
                  <a:pt x="7260" y="14519"/>
                </a:cubicBezTo>
                <a:lnTo>
                  <a:pt x="21779" y="14519"/>
                </a:lnTo>
                <a:cubicBezTo>
                  <a:pt x="25802" y="14519"/>
                  <a:pt x="29039" y="17756"/>
                  <a:pt x="29039" y="21779"/>
                </a:cubicBezTo>
                <a:lnTo>
                  <a:pt x="29039" y="53238"/>
                </a:lnTo>
                <a:lnTo>
                  <a:pt x="36299" y="53238"/>
                </a:lnTo>
                <a:cubicBezTo>
                  <a:pt x="40322" y="53238"/>
                  <a:pt x="43558" y="56474"/>
                  <a:pt x="43558" y="60498"/>
                </a:cubicBezTo>
                <a:cubicBezTo>
                  <a:pt x="43558" y="64521"/>
                  <a:pt x="40322" y="67757"/>
                  <a:pt x="36299" y="67757"/>
                </a:cubicBezTo>
                <a:lnTo>
                  <a:pt x="7260" y="67757"/>
                </a:lnTo>
                <a:cubicBezTo>
                  <a:pt x="3237" y="67757"/>
                  <a:pt x="0" y="64521"/>
                  <a:pt x="0" y="60498"/>
                </a:cubicBezTo>
                <a:cubicBezTo>
                  <a:pt x="0" y="56474"/>
                  <a:pt x="3237" y="53238"/>
                  <a:pt x="7260" y="53238"/>
                </a:cubicBezTo>
                <a:lnTo>
                  <a:pt x="14519" y="53238"/>
                </a:lnTo>
                <a:lnTo>
                  <a:pt x="14519" y="29039"/>
                </a:lnTo>
                <a:lnTo>
                  <a:pt x="7260" y="29039"/>
                </a:lnTo>
                <a:cubicBezTo>
                  <a:pt x="3237" y="29039"/>
                  <a:pt x="0" y="25802"/>
                  <a:pt x="0" y="21779"/>
                </a:cubicBezTo>
                <a:close/>
                <a:moveTo>
                  <a:pt x="9196" y="91109"/>
                </a:moveTo>
                <a:cubicBezTo>
                  <a:pt x="12644" y="88508"/>
                  <a:pt x="16849" y="87116"/>
                  <a:pt x="21174" y="87116"/>
                </a:cubicBezTo>
                <a:lnTo>
                  <a:pt x="22656" y="87116"/>
                </a:lnTo>
                <a:cubicBezTo>
                  <a:pt x="32850" y="87116"/>
                  <a:pt x="41138" y="95405"/>
                  <a:pt x="41138" y="105598"/>
                </a:cubicBezTo>
                <a:cubicBezTo>
                  <a:pt x="41138" y="111527"/>
                  <a:pt x="38295" y="117063"/>
                  <a:pt x="33516" y="120541"/>
                </a:cubicBezTo>
                <a:lnTo>
                  <a:pt x="26256" y="125835"/>
                </a:lnTo>
                <a:lnTo>
                  <a:pt x="36299" y="125835"/>
                </a:lnTo>
                <a:cubicBezTo>
                  <a:pt x="40322" y="125835"/>
                  <a:pt x="43558" y="129071"/>
                  <a:pt x="43558" y="133095"/>
                </a:cubicBezTo>
                <a:cubicBezTo>
                  <a:pt x="43558" y="137118"/>
                  <a:pt x="40322" y="140354"/>
                  <a:pt x="36299" y="140354"/>
                </a:cubicBezTo>
                <a:lnTo>
                  <a:pt x="8863" y="140354"/>
                </a:lnTo>
                <a:cubicBezTo>
                  <a:pt x="3963" y="140354"/>
                  <a:pt x="0" y="136392"/>
                  <a:pt x="0" y="131491"/>
                </a:cubicBezTo>
                <a:cubicBezTo>
                  <a:pt x="0" y="128648"/>
                  <a:pt x="1361" y="125986"/>
                  <a:pt x="3660" y="124322"/>
                </a:cubicBezTo>
                <a:lnTo>
                  <a:pt x="24985" y="108805"/>
                </a:lnTo>
                <a:cubicBezTo>
                  <a:pt x="26014" y="108049"/>
                  <a:pt x="26619" y="106869"/>
                  <a:pt x="26619" y="105598"/>
                </a:cubicBezTo>
                <a:cubicBezTo>
                  <a:pt x="26619" y="103421"/>
                  <a:pt x="24834" y="101636"/>
                  <a:pt x="22656" y="101636"/>
                </a:cubicBezTo>
                <a:lnTo>
                  <a:pt x="21174" y="101636"/>
                </a:lnTo>
                <a:cubicBezTo>
                  <a:pt x="19994" y="101636"/>
                  <a:pt x="18845" y="102029"/>
                  <a:pt x="17907" y="102725"/>
                </a:cubicBezTo>
                <a:lnTo>
                  <a:pt x="11616" y="107444"/>
                </a:lnTo>
                <a:cubicBezTo>
                  <a:pt x="8409" y="109864"/>
                  <a:pt x="3872" y="109198"/>
                  <a:pt x="1452" y="105992"/>
                </a:cubicBezTo>
                <a:cubicBezTo>
                  <a:pt x="-968" y="102785"/>
                  <a:pt x="-302" y="98248"/>
                  <a:pt x="2904" y="95828"/>
                </a:cubicBezTo>
                <a:lnTo>
                  <a:pt x="9196" y="91109"/>
                </a:lnTo>
                <a:close/>
                <a:moveTo>
                  <a:pt x="67757" y="19359"/>
                </a:moveTo>
                <a:lnTo>
                  <a:pt x="145194" y="19359"/>
                </a:lnTo>
                <a:cubicBezTo>
                  <a:pt x="150548" y="19359"/>
                  <a:pt x="154874" y="23685"/>
                  <a:pt x="154874" y="29039"/>
                </a:cubicBezTo>
                <a:cubicBezTo>
                  <a:pt x="154874" y="34393"/>
                  <a:pt x="150548" y="38718"/>
                  <a:pt x="145194" y="38718"/>
                </a:cubicBezTo>
                <a:lnTo>
                  <a:pt x="67757" y="38718"/>
                </a:lnTo>
                <a:cubicBezTo>
                  <a:pt x="62403" y="38718"/>
                  <a:pt x="58078" y="34393"/>
                  <a:pt x="58078" y="29039"/>
                </a:cubicBezTo>
                <a:cubicBezTo>
                  <a:pt x="58078" y="23685"/>
                  <a:pt x="62403" y="19359"/>
                  <a:pt x="67757" y="19359"/>
                </a:cubicBezTo>
                <a:close/>
                <a:moveTo>
                  <a:pt x="67757" y="67757"/>
                </a:moveTo>
                <a:lnTo>
                  <a:pt x="145194" y="67757"/>
                </a:lnTo>
                <a:cubicBezTo>
                  <a:pt x="150548" y="67757"/>
                  <a:pt x="154874" y="72083"/>
                  <a:pt x="154874" y="77437"/>
                </a:cubicBezTo>
                <a:cubicBezTo>
                  <a:pt x="154874" y="82791"/>
                  <a:pt x="150548" y="87116"/>
                  <a:pt x="145194" y="87116"/>
                </a:cubicBezTo>
                <a:lnTo>
                  <a:pt x="67757" y="87116"/>
                </a:lnTo>
                <a:cubicBezTo>
                  <a:pt x="62403" y="87116"/>
                  <a:pt x="58078" y="82791"/>
                  <a:pt x="58078" y="77437"/>
                </a:cubicBezTo>
                <a:cubicBezTo>
                  <a:pt x="58078" y="72083"/>
                  <a:pt x="62403" y="67757"/>
                  <a:pt x="67757" y="67757"/>
                </a:cubicBezTo>
                <a:close/>
                <a:moveTo>
                  <a:pt x="67757" y="116155"/>
                </a:moveTo>
                <a:lnTo>
                  <a:pt x="145194" y="116155"/>
                </a:lnTo>
                <a:cubicBezTo>
                  <a:pt x="150548" y="116155"/>
                  <a:pt x="154874" y="120481"/>
                  <a:pt x="154874" y="125835"/>
                </a:cubicBezTo>
                <a:cubicBezTo>
                  <a:pt x="154874" y="131189"/>
                  <a:pt x="150548" y="135514"/>
                  <a:pt x="145194" y="135514"/>
                </a:cubicBezTo>
                <a:lnTo>
                  <a:pt x="67757" y="135514"/>
                </a:lnTo>
                <a:cubicBezTo>
                  <a:pt x="62403" y="135514"/>
                  <a:pt x="58078" y="131189"/>
                  <a:pt x="58078" y="125835"/>
                </a:cubicBezTo>
                <a:cubicBezTo>
                  <a:pt x="58078" y="120481"/>
                  <a:pt x="62403" y="116155"/>
                  <a:pt x="67757" y="116155"/>
                </a:cubicBezTo>
                <a:close/>
              </a:path>
            </a:pathLst>
          </a:custGeom>
          <a:solidFill>
            <a:srgbClr val="2B7FFF"/>
          </a:solidFill>
          <a:ln/>
        </p:spPr>
      </p:sp>
      <p:sp>
        <p:nvSpPr>
          <p:cNvPr id="40" name="Text 38"/>
          <p:cNvSpPr/>
          <p:nvPr/>
        </p:nvSpPr>
        <p:spPr>
          <a:xfrm>
            <a:off x="6576395" y="3808746"/>
            <a:ext cx="5171060" cy="240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9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12 Endpoint API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78501" y="4152910"/>
            <a:ext cx="335560" cy="206498"/>
          </a:xfrm>
          <a:custGeom>
            <a:avLst/>
            <a:gdLst/>
            <a:ahLst/>
            <a:cxnLst/>
            <a:rect l="l" t="t" r="r" b="b"/>
            <a:pathLst>
              <a:path w="335560" h="206498">
                <a:moveTo>
                  <a:pt x="34417" y="0"/>
                </a:moveTo>
                <a:lnTo>
                  <a:pt x="301143" y="0"/>
                </a:lnTo>
                <a:cubicBezTo>
                  <a:pt x="320151" y="0"/>
                  <a:pt x="335560" y="15409"/>
                  <a:pt x="335560" y="34417"/>
                </a:cubicBezTo>
                <a:lnTo>
                  <a:pt x="335560" y="172081"/>
                </a:lnTo>
                <a:cubicBezTo>
                  <a:pt x="335560" y="191089"/>
                  <a:pt x="320151" y="206498"/>
                  <a:pt x="301143" y="206498"/>
                </a:cubicBezTo>
                <a:lnTo>
                  <a:pt x="34417" y="206498"/>
                </a:lnTo>
                <a:cubicBezTo>
                  <a:pt x="15422" y="206498"/>
                  <a:pt x="0" y="191076"/>
                  <a:pt x="0" y="172081"/>
                </a:cubicBezTo>
                <a:lnTo>
                  <a:pt x="0" y="34417"/>
                </a:lnTo>
                <a:cubicBezTo>
                  <a:pt x="0" y="15422"/>
                  <a:pt x="15422" y="0"/>
                  <a:pt x="34417" y="0"/>
                </a:cubicBezTo>
                <a:close/>
              </a:path>
            </a:pathLst>
          </a:custGeom>
          <a:solidFill>
            <a:srgbClr val="DCFCE7"/>
          </a:solidFill>
          <a:ln/>
        </p:spPr>
      </p:sp>
      <p:sp>
        <p:nvSpPr>
          <p:cNvPr id="42" name="Text 40"/>
          <p:cNvSpPr/>
          <p:nvPr/>
        </p:nvSpPr>
        <p:spPr>
          <a:xfrm>
            <a:off x="6378501" y="4152910"/>
            <a:ext cx="387184" cy="206498"/>
          </a:xfrm>
          <a:prstGeom prst="rect">
            <a:avLst/>
          </a:prstGeom>
          <a:noFill/>
          <a:ln/>
        </p:spPr>
        <p:txBody>
          <a:bodyPr wrap="square" lIns="68833" tIns="34416" rIns="68833" bIns="34416" rtlCol="0" anchor="ctr"/>
          <a:lstStyle/>
          <a:p>
            <a:pPr>
              <a:lnSpc>
                <a:spcPct val="110000"/>
              </a:lnSpc>
            </a:pPr>
            <a:r>
              <a:rPr lang="en-US" sz="813" b="1" dirty="0">
                <a:solidFill>
                  <a:srgbClr val="0082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GET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783850" y="4152910"/>
            <a:ext cx="464621" cy="206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4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/posts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9057242" y="4152910"/>
            <a:ext cx="404392" cy="206498"/>
          </a:xfrm>
          <a:custGeom>
            <a:avLst/>
            <a:gdLst/>
            <a:ahLst/>
            <a:cxnLst/>
            <a:rect l="l" t="t" r="r" b="b"/>
            <a:pathLst>
              <a:path w="404392" h="206498">
                <a:moveTo>
                  <a:pt x="34417" y="0"/>
                </a:moveTo>
                <a:lnTo>
                  <a:pt x="369975" y="0"/>
                </a:lnTo>
                <a:cubicBezTo>
                  <a:pt x="388983" y="0"/>
                  <a:pt x="404392" y="15409"/>
                  <a:pt x="404392" y="34417"/>
                </a:cubicBezTo>
                <a:lnTo>
                  <a:pt x="404392" y="172081"/>
                </a:lnTo>
                <a:cubicBezTo>
                  <a:pt x="404392" y="191089"/>
                  <a:pt x="388983" y="206498"/>
                  <a:pt x="369975" y="206498"/>
                </a:cubicBezTo>
                <a:lnTo>
                  <a:pt x="34417" y="206498"/>
                </a:lnTo>
                <a:cubicBezTo>
                  <a:pt x="15422" y="206498"/>
                  <a:pt x="0" y="191076"/>
                  <a:pt x="0" y="172081"/>
                </a:cubicBezTo>
                <a:lnTo>
                  <a:pt x="0" y="34417"/>
                </a:lnTo>
                <a:cubicBezTo>
                  <a:pt x="0" y="15422"/>
                  <a:pt x="15422" y="0"/>
                  <a:pt x="34417" y="0"/>
                </a:cubicBezTo>
                <a:close/>
              </a:path>
            </a:pathLst>
          </a:custGeom>
          <a:solidFill>
            <a:srgbClr val="DBEAFE"/>
          </a:solidFill>
          <a:ln/>
        </p:spPr>
      </p:sp>
      <p:sp>
        <p:nvSpPr>
          <p:cNvPr id="45" name="Text 43"/>
          <p:cNvSpPr/>
          <p:nvPr/>
        </p:nvSpPr>
        <p:spPr>
          <a:xfrm>
            <a:off x="9057242" y="4152910"/>
            <a:ext cx="456017" cy="206498"/>
          </a:xfrm>
          <a:prstGeom prst="rect">
            <a:avLst/>
          </a:prstGeom>
          <a:noFill/>
          <a:ln/>
        </p:spPr>
        <p:txBody>
          <a:bodyPr wrap="square" lIns="68833" tIns="34416" rIns="68833" bIns="34416" rtlCol="0" anchor="ctr"/>
          <a:lstStyle/>
          <a:p>
            <a:pPr>
              <a:lnSpc>
                <a:spcPct val="110000"/>
              </a:lnSpc>
            </a:pPr>
            <a:r>
              <a:rPr lang="en-US" sz="813" b="1" dirty="0">
                <a:solidFill>
                  <a:srgbClr val="1447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POST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9532260" y="4152910"/>
            <a:ext cx="464621" cy="206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4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/posts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78501" y="4428241"/>
            <a:ext cx="335560" cy="206498"/>
          </a:xfrm>
          <a:custGeom>
            <a:avLst/>
            <a:gdLst/>
            <a:ahLst/>
            <a:cxnLst/>
            <a:rect l="l" t="t" r="r" b="b"/>
            <a:pathLst>
              <a:path w="335560" h="206498">
                <a:moveTo>
                  <a:pt x="34417" y="0"/>
                </a:moveTo>
                <a:lnTo>
                  <a:pt x="301143" y="0"/>
                </a:lnTo>
                <a:cubicBezTo>
                  <a:pt x="320151" y="0"/>
                  <a:pt x="335560" y="15409"/>
                  <a:pt x="335560" y="34417"/>
                </a:cubicBezTo>
                <a:lnTo>
                  <a:pt x="335560" y="172081"/>
                </a:lnTo>
                <a:cubicBezTo>
                  <a:pt x="335560" y="191089"/>
                  <a:pt x="320151" y="206498"/>
                  <a:pt x="301143" y="206498"/>
                </a:cubicBezTo>
                <a:lnTo>
                  <a:pt x="34417" y="206498"/>
                </a:lnTo>
                <a:cubicBezTo>
                  <a:pt x="15422" y="206498"/>
                  <a:pt x="0" y="191076"/>
                  <a:pt x="0" y="172081"/>
                </a:cubicBezTo>
                <a:lnTo>
                  <a:pt x="0" y="34417"/>
                </a:lnTo>
                <a:cubicBezTo>
                  <a:pt x="0" y="15422"/>
                  <a:pt x="15422" y="0"/>
                  <a:pt x="34417" y="0"/>
                </a:cubicBezTo>
                <a:close/>
              </a:path>
            </a:pathLst>
          </a:custGeom>
          <a:solidFill>
            <a:srgbClr val="DCFCE7"/>
          </a:solidFill>
          <a:ln/>
        </p:spPr>
      </p:sp>
      <p:sp>
        <p:nvSpPr>
          <p:cNvPr id="48" name="Text 46"/>
          <p:cNvSpPr/>
          <p:nvPr/>
        </p:nvSpPr>
        <p:spPr>
          <a:xfrm>
            <a:off x="6378501" y="4428241"/>
            <a:ext cx="387184" cy="206498"/>
          </a:xfrm>
          <a:prstGeom prst="rect">
            <a:avLst/>
          </a:prstGeom>
          <a:noFill/>
          <a:ln/>
        </p:spPr>
        <p:txBody>
          <a:bodyPr wrap="square" lIns="68833" tIns="34416" rIns="68833" bIns="34416" rtlCol="0" anchor="ctr"/>
          <a:lstStyle/>
          <a:p>
            <a:pPr>
              <a:lnSpc>
                <a:spcPct val="110000"/>
              </a:lnSpc>
            </a:pPr>
            <a:r>
              <a:rPr lang="en-US" sz="813" b="1" dirty="0">
                <a:solidFill>
                  <a:srgbClr val="0082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GET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783850" y="4428241"/>
            <a:ext cx="722744" cy="206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4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/posts/{id}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9057242" y="4428241"/>
            <a:ext cx="473225" cy="206498"/>
          </a:xfrm>
          <a:custGeom>
            <a:avLst/>
            <a:gdLst/>
            <a:ahLst/>
            <a:cxnLst/>
            <a:rect l="l" t="t" r="r" b="b"/>
            <a:pathLst>
              <a:path w="473225" h="206498">
                <a:moveTo>
                  <a:pt x="34417" y="0"/>
                </a:moveTo>
                <a:lnTo>
                  <a:pt x="438808" y="0"/>
                </a:lnTo>
                <a:cubicBezTo>
                  <a:pt x="457816" y="0"/>
                  <a:pt x="473225" y="15409"/>
                  <a:pt x="473225" y="34417"/>
                </a:cubicBezTo>
                <a:lnTo>
                  <a:pt x="473225" y="172081"/>
                </a:lnTo>
                <a:cubicBezTo>
                  <a:pt x="473225" y="191089"/>
                  <a:pt x="457816" y="206498"/>
                  <a:pt x="438808" y="206498"/>
                </a:cubicBezTo>
                <a:lnTo>
                  <a:pt x="34417" y="206498"/>
                </a:lnTo>
                <a:cubicBezTo>
                  <a:pt x="15422" y="206498"/>
                  <a:pt x="0" y="191076"/>
                  <a:pt x="0" y="172081"/>
                </a:cubicBezTo>
                <a:lnTo>
                  <a:pt x="0" y="34417"/>
                </a:lnTo>
                <a:cubicBezTo>
                  <a:pt x="0" y="15422"/>
                  <a:pt x="15422" y="0"/>
                  <a:pt x="34417" y="0"/>
                </a:cubicBezTo>
                <a:close/>
              </a:path>
            </a:pathLst>
          </a:custGeom>
          <a:solidFill>
            <a:srgbClr val="FEF3C6"/>
          </a:solidFill>
          <a:ln/>
        </p:spPr>
      </p:sp>
      <p:sp>
        <p:nvSpPr>
          <p:cNvPr id="51" name="Text 49"/>
          <p:cNvSpPr/>
          <p:nvPr/>
        </p:nvSpPr>
        <p:spPr>
          <a:xfrm>
            <a:off x="9057242" y="4428241"/>
            <a:ext cx="524850" cy="206498"/>
          </a:xfrm>
          <a:prstGeom prst="rect">
            <a:avLst/>
          </a:prstGeom>
          <a:noFill/>
          <a:ln/>
        </p:spPr>
        <p:txBody>
          <a:bodyPr wrap="square" lIns="68833" tIns="34416" rIns="68833" bIns="34416" rtlCol="0" anchor="ctr"/>
          <a:lstStyle/>
          <a:p>
            <a:pPr>
              <a:lnSpc>
                <a:spcPct val="110000"/>
              </a:lnSpc>
            </a:pPr>
            <a:r>
              <a:rPr lang="en-US" sz="813" b="1" dirty="0">
                <a:solidFill>
                  <a:srgbClr val="BB4D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PATCH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9603005" y="4428241"/>
            <a:ext cx="722744" cy="206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4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/posts/{id}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78501" y="4703572"/>
            <a:ext cx="516246" cy="206498"/>
          </a:xfrm>
          <a:custGeom>
            <a:avLst/>
            <a:gdLst/>
            <a:ahLst/>
            <a:cxnLst/>
            <a:rect l="l" t="t" r="r" b="b"/>
            <a:pathLst>
              <a:path w="516246" h="206498">
                <a:moveTo>
                  <a:pt x="34417" y="0"/>
                </a:moveTo>
                <a:lnTo>
                  <a:pt x="481829" y="0"/>
                </a:lnTo>
                <a:cubicBezTo>
                  <a:pt x="500837" y="0"/>
                  <a:pt x="516246" y="15409"/>
                  <a:pt x="516246" y="34417"/>
                </a:cubicBezTo>
                <a:lnTo>
                  <a:pt x="516246" y="172081"/>
                </a:lnTo>
                <a:cubicBezTo>
                  <a:pt x="516246" y="191089"/>
                  <a:pt x="500837" y="206498"/>
                  <a:pt x="481829" y="206498"/>
                </a:cubicBezTo>
                <a:lnTo>
                  <a:pt x="34417" y="206498"/>
                </a:lnTo>
                <a:cubicBezTo>
                  <a:pt x="15422" y="206498"/>
                  <a:pt x="0" y="191076"/>
                  <a:pt x="0" y="172081"/>
                </a:cubicBezTo>
                <a:lnTo>
                  <a:pt x="0" y="34417"/>
                </a:lnTo>
                <a:cubicBezTo>
                  <a:pt x="0" y="15422"/>
                  <a:pt x="15422" y="0"/>
                  <a:pt x="34417" y="0"/>
                </a:cubicBezTo>
                <a:close/>
              </a:path>
            </a:pathLst>
          </a:custGeom>
          <a:solidFill>
            <a:srgbClr val="FFE2E2"/>
          </a:solidFill>
          <a:ln/>
        </p:spPr>
      </p:sp>
      <p:sp>
        <p:nvSpPr>
          <p:cNvPr id="54" name="Text 52"/>
          <p:cNvSpPr/>
          <p:nvPr/>
        </p:nvSpPr>
        <p:spPr>
          <a:xfrm>
            <a:off x="6378501" y="4703572"/>
            <a:ext cx="567870" cy="206498"/>
          </a:xfrm>
          <a:prstGeom prst="rect">
            <a:avLst/>
          </a:prstGeom>
          <a:noFill/>
          <a:ln/>
        </p:spPr>
        <p:txBody>
          <a:bodyPr wrap="square" lIns="68833" tIns="34416" rIns="68833" bIns="34416" rtlCol="0" anchor="ctr"/>
          <a:lstStyle/>
          <a:p>
            <a:pPr>
              <a:lnSpc>
                <a:spcPct val="110000"/>
              </a:lnSpc>
            </a:pPr>
            <a:r>
              <a:rPr lang="en-US" sz="813" b="1" dirty="0">
                <a:solidFill>
                  <a:srgbClr val="C1000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DELETE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964655" y="4703572"/>
            <a:ext cx="722744" cy="206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4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/posts/{id}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9057242" y="4703572"/>
            <a:ext cx="335560" cy="206498"/>
          </a:xfrm>
          <a:custGeom>
            <a:avLst/>
            <a:gdLst/>
            <a:ahLst/>
            <a:cxnLst/>
            <a:rect l="l" t="t" r="r" b="b"/>
            <a:pathLst>
              <a:path w="335560" h="206498">
                <a:moveTo>
                  <a:pt x="34417" y="0"/>
                </a:moveTo>
                <a:lnTo>
                  <a:pt x="301143" y="0"/>
                </a:lnTo>
                <a:cubicBezTo>
                  <a:pt x="320151" y="0"/>
                  <a:pt x="335560" y="15409"/>
                  <a:pt x="335560" y="34417"/>
                </a:cubicBezTo>
                <a:lnTo>
                  <a:pt x="335560" y="172081"/>
                </a:lnTo>
                <a:cubicBezTo>
                  <a:pt x="335560" y="191089"/>
                  <a:pt x="320151" y="206498"/>
                  <a:pt x="301143" y="206498"/>
                </a:cubicBezTo>
                <a:lnTo>
                  <a:pt x="34417" y="206498"/>
                </a:lnTo>
                <a:cubicBezTo>
                  <a:pt x="15422" y="206498"/>
                  <a:pt x="0" y="191076"/>
                  <a:pt x="0" y="172081"/>
                </a:cubicBezTo>
                <a:lnTo>
                  <a:pt x="0" y="34417"/>
                </a:lnTo>
                <a:cubicBezTo>
                  <a:pt x="0" y="15422"/>
                  <a:pt x="15422" y="0"/>
                  <a:pt x="34417" y="0"/>
                </a:cubicBezTo>
                <a:close/>
              </a:path>
            </a:pathLst>
          </a:custGeom>
          <a:solidFill>
            <a:srgbClr val="DCFCE7"/>
          </a:solidFill>
          <a:ln/>
        </p:spPr>
      </p:sp>
      <p:sp>
        <p:nvSpPr>
          <p:cNvPr id="57" name="Text 55"/>
          <p:cNvSpPr/>
          <p:nvPr/>
        </p:nvSpPr>
        <p:spPr>
          <a:xfrm>
            <a:off x="9057242" y="4703572"/>
            <a:ext cx="387184" cy="206498"/>
          </a:xfrm>
          <a:prstGeom prst="rect">
            <a:avLst/>
          </a:prstGeom>
          <a:noFill/>
          <a:ln/>
        </p:spPr>
        <p:txBody>
          <a:bodyPr wrap="square" lIns="68833" tIns="34416" rIns="68833" bIns="34416" rtlCol="0" anchor="ctr"/>
          <a:lstStyle/>
          <a:p>
            <a:pPr>
              <a:lnSpc>
                <a:spcPct val="110000"/>
              </a:lnSpc>
            </a:pPr>
            <a:r>
              <a:rPr lang="en-US" sz="813" b="1" dirty="0">
                <a:solidFill>
                  <a:srgbClr val="0082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GET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9462591" y="4703572"/>
            <a:ext cx="782972" cy="206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4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/comments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378501" y="4978903"/>
            <a:ext cx="404392" cy="206498"/>
          </a:xfrm>
          <a:custGeom>
            <a:avLst/>
            <a:gdLst/>
            <a:ahLst/>
            <a:cxnLst/>
            <a:rect l="l" t="t" r="r" b="b"/>
            <a:pathLst>
              <a:path w="404392" h="206498">
                <a:moveTo>
                  <a:pt x="34417" y="0"/>
                </a:moveTo>
                <a:lnTo>
                  <a:pt x="369975" y="0"/>
                </a:lnTo>
                <a:cubicBezTo>
                  <a:pt x="388983" y="0"/>
                  <a:pt x="404392" y="15409"/>
                  <a:pt x="404392" y="34417"/>
                </a:cubicBezTo>
                <a:lnTo>
                  <a:pt x="404392" y="172081"/>
                </a:lnTo>
                <a:cubicBezTo>
                  <a:pt x="404392" y="191089"/>
                  <a:pt x="388983" y="206498"/>
                  <a:pt x="369975" y="206498"/>
                </a:cubicBezTo>
                <a:lnTo>
                  <a:pt x="34417" y="206498"/>
                </a:lnTo>
                <a:cubicBezTo>
                  <a:pt x="15422" y="206498"/>
                  <a:pt x="0" y="191076"/>
                  <a:pt x="0" y="172081"/>
                </a:cubicBezTo>
                <a:lnTo>
                  <a:pt x="0" y="34417"/>
                </a:lnTo>
                <a:cubicBezTo>
                  <a:pt x="0" y="15422"/>
                  <a:pt x="15422" y="0"/>
                  <a:pt x="34417" y="0"/>
                </a:cubicBezTo>
                <a:close/>
              </a:path>
            </a:pathLst>
          </a:custGeom>
          <a:solidFill>
            <a:srgbClr val="DBEAFE"/>
          </a:solidFill>
          <a:ln/>
        </p:spPr>
      </p:sp>
      <p:sp>
        <p:nvSpPr>
          <p:cNvPr id="60" name="Text 58"/>
          <p:cNvSpPr/>
          <p:nvPr/>
        </p:nvSpPr>
        <p:spPr>
          <a:xfrm>
            <a:off x="6378501" y="4978903"/>
            <a:ext cx="456017" cy="206498"/>
          </a:xfrm>
          <a:prstGeom prst="rect">
            <a:avLst/>
          </a:prstGeom>
          <a:noFill/>
          <a:ln/>
        </p:spPr>
        <p:txBody>
          <a:bodyPr wrap="square" lIns="68833" tIns="34416" rIns="68833" bIns="34416" rtlCol="0" anchor="ctr"/>
          <a:lstStyle/>
          <a:p>
            <a:pPr>
              <a:lnSpc>
                <a:spcPct val="110000"/>
              </a:lnSpc>
            </a:pPr>
            <a:r>
              <a:rPr lang="en-US" sz="813" b="1" dirty="0">
                <a:solidFill>
                  <a:srgbClr val="1447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POST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853519" y="4978903"/>
            <a:ext cx="782972" cy="206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4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/comments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9057242" y="4978903"/>
            <a:ext cx="344164" cy="206498"/>
          </a:xfrm>
          <a:custGeom>
            <a:avLst/>
            <a:gdLst/>
            <a:ahLst/>
            <a:cxnLst/>
            <a:rect l="l" t="t" r="r" b="b"/>
            <a:pathLst>
              <a:path w="344164" h="206498">
                <a:moveTo>
                  <a:pt x="34417" y="0"/>
                </a:moveTo>
                <a:lnTo>
                  <a:pt x="309747" y="0"/>
                </a:lnTo>
                <a:cubicBezTo>
                  <a:pt x="328755" y="0"/>
                  <a:pt x="344164" y="15409"/>
                  <a:pt x="344164" y="34417"/>
                </a:cubicBezTo>
                <a:lnTo>
                  <a:pt x="344164" y="172081"/>
                </a:lnTo>
                <a:cubicBezTo>
                  <a:pt x="344164" y="191089"/>
                  <a:pt x="328755" y="206498"/>
                  <a:pt x="309747" y="206498"/>
                </a:cubicBezTo>
                <a:lnTo>
                  <a:pt x="34417" y="206498"/>
                </a:lnTo>
                <a:cubicBezTo>
                  <a:pt x="15422" y="206498"/>
                  <a:pt x="0" y="191076"/>
                  <a:pt x="0" y="172081"/>
                </a:cubicBezTo>
                <a:lnTo>
                  <a:pt x="0" y="34417"/>
                </a:lnTo>
                <a:cubicBezTo>
                  <a:pt x="0" y="15422"/>
                  <a:pt x="15422" y="0"/>
                  <a:pt x="34417" y="0"/>
                </a:cubicBezTo>
                <a:close/>
              </a:path>
            </a:pathLst>
          </a:custGeom>
          <a:solidFill>
            <a:srgbClr val="FFE4E6"/>
          </a:solidFill>
          <a:ln/>
        </p:spPr>
      </p:sp>
      <p:sp>
        <p:nvSpPr>
          <p:cNvPr id="63" name="Text 61"/>
          <p:cNvSpPr/>
          <p:nvPr/>
        </p:nvSpPr>
        <p:spPr>
          <a:xfrm>
            <a:off x="9057242" y="4978903"/>
            <a:ext cx="395788" cy="206498"/>
          </a:xfrm>
          <a:prstGeom prst="rect">
            <a:avLst/>
          </a:prstGeom>
          <a:noFill/>
          <a:ln/>
        </p:spPr>
        <p:txBody>
          <a:bodyPr wrap="square" lIns="68833" tIns="34416" rIns="68833" bIns="34416" rtlCol="0" anchor="ctr"/>
          <a:lstStyle/>
          <a:p>
            <a:pPr>
              <a:lnSpc>
                <a:spcPct val="110000"/>
              </a:lnSpc>
            </a:pPr>
            <a:r>
              <a:rPr lang="en-US" sz="813" b="1" dirty="0">
                <a:solidFill>
                  <a:srgbClr val="C700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LIKE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9473465" y="4978903"/>
            <a:ext cx="395788" cy="206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4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/likes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347988" y="5575453"/>
            <a:ext cx="3733220" cy="936890"/>
          </a:xfrm>
          <a:custGeom>
            <a:avLst/>
            <a:gdLst/>
            <a:ahLst/>
            <a:cxnLst/>
            <a:rect l="l" t="t" r="r" b="b"/>
            <a:pathLst>
              <a:path w="3733220" h="936890">
                <a:moveTo>
                  <a:pt x="137667" y="0"/>
                </a:moveTo>
                <a:lnTo>
                  <a:pt x="3595554" y="0"/>
                </a:lnTo>
                <a:cubicBezTo>
                  <a:pt x="3671585" y="0"/>
                  <a:pt x="3733220" y="61635"/>
                  <a:pt x="3733220" y="137667"/>
                </a:cubicBezTo>
                <a:lnTo>
                  <a:pt x="3733220" y="799224"/>
                </a:lnTo>
                <a:cubicBezTo>
                  <a:pt x="3733220" y="875255"/>
                  <a:pt x="3671585" y="936890"/>
                  <a:pt x="3595554" y="936890"/>
                </a:cubicBezTo>
                <a:lnTo>
                  <a:pt x="137667" y="936890"/>
                </a:lnTo>
                <a:cubicBezTo>
                  <a:pt x="61635" y="936890"/>
                  <a:pt x="0" y="875255"/>
                  <a:pt x="0" y="799224"/>
                </a:cubicBezTo>
                <a:lnTo>
                  <a:pt x="0" y="137667"/>
                </a:lnTo>
                <a:cubicBezTo>
                  <a:pt x="0" y="61635"/>
                  <a:pt x="61635" y="0"/>
                  <a:pt x="137667" y="0"/>
                </a:cubicBezTo>
                <a:close/>
              </a:path>
            </a:pathLst>
          </a:custGeom>
          <a:solidFill>
            <a:srgbClr val="F0FDF4"/>
          </a:solidFill>
          <a:ln w="11289">
            <a:solidFill>
              <a:srgbClr val="B9F8C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124972" y="5716943"/>
            <a:ext cx="180686" cy="206498"/>
          </a:xfrm>
          <a:custGeom>
            <a:avLst/>
            <a:gdLst/>
            <a:ahLst/>
            <a:cxnLst/>
            <a:rect l="l" t="t" r="r" b="b"/>
            <a:pathLst>
              <a:path w="180686" h="206498">
                <a:moveTo>
                  <a:pt x="180686" y="83003"/>
                </a:moveTo>
                <a:cubicBezTo>
                  <a:pt x="174717" y="86955"/>
                  <a:pt x="167860" y="90141"/>
                  <a:pt x="160722" y="92682"/>
                </a:cubicBezTo>
                <a:cubicBezTo>
                  <a:pt x="141766" y="99458"/>
                  <a:pt x="116881" y="103249"/>
                  <a:pt x="90343" y="103249"/>
                </a:cubicBezTo>
                <a:cubicBezTo>
                  <a:pt x="63805" y="103249"/>
                  <a:pt x="38880" y="99418"/>
                  <a:pt x="19964" y="92682"/>
                </a:cubicBezTo>
                <a:cubicBezTo>
                  <a:pt x="12866" y="90141"/>
                  <a:pt x="5969" y="86955"/>
                  <a:pt x="0" y="83003"/>
                </a:cubicBezTo>
                <a:lnTo>
                  <a:pt x="0" y="116155"/>
                </a:lnTo>
                <a:cubicBezTo>
                  <a:pt x="0" y="133982"/>
                  <a:pt x="40453" y="148421"/>
                  <a:pt x="90343" y="148421"/>
                </a:cubicBezTo>
                <a:cubicBezTo>
                  <a:pt x="140233" y="148421"/>
                  <a:pt x="180686" y="133982"/>
                  <a:pt x="180686" y="116155"/>
                </a:cubicBezTo>
                <a:lnTo>
                  <a:pt x="180686" y="83003"/>
                </a:lnTo>
                <a:close/>
                <a:moveTo>
                  <a:pt x="180686" y="51625"/>
                </a:moveTo>
                <a:lnTo>
                  <a:pt x="180686" y="32265"/>
                </a:lnTo>
                <a:cubicBezTo>
                  <a:pt x="180686" y="14439"/>
                  <a:pt x="140233" y="0"/>
                  <a:pt x="90343" y="0"/>
                </a:cubicBezTo>
                <a:cubicBezTo>
                  <a:pt x="40453" y="0"/>
                  <a:pt x="0" y="14439"/>
                  <a:pt x="0" y="32265"/>
                </a:cubicBezTo>
                <a:lnTo>
                  <a:pt x="0" y="51625"/>
                </a:lnTo>
                <a:cubicBezTo>
                  <a:pt x="0" y="69451"/>
                  <a:pt x="40453" y="83890"/>
                  <a:pt x="90343" y="83890"/>
                </a:cubicBezTo>
                <a:cubicBezTo>
                  <a:pt x="140233" y="83890"/>
                  <a:pt x="180686" y="69451"/>
                  <a:pt x="180686" y="51625"/>
                </a:cubicBezTo>
                <a:close/>
                <a:moveTo>
                  <a:pt x="160722" y="157213"/>
                </a:moveTo>
                <a:cubicBezTo>
                  <a:pt x="141806" y="163948"/>
                  <a:pt x="116922" y="167780"/>
                  <a:pt x="90343" y="167780"/>
                </a:cubicBezTo>
                <a:cubicBezTo>
                  <a:pt x="63764" y="167780"/>
                  <a:pt x="38880" y="163948"/>
                  <a:pt x="19964" y="157213"/>
                </a:cubicBezTo>
                <a:cubicBezTo>
                  <a:pt x="12866" y="154672"/>
                  <a:pt x="5969" y="151486"/>
                  <a:pt x="0" y="147533"/>
                </a:cubicBezTo>
                <a:lnTo>
                  <a:pt x="0" y="174233"/>
                </a:lnTo>
                <a:cubicBezTo>
                  <a:pt x="0" y="192059"/>
                  <a:pt x="40453" y="206498"/>
                  <a:pt x="90343" y="206498"/>
                </a:cubicBezTo>
                <a:cubicBezTo>
                  <a:pt x="140233" y="206498"/>
                  <a:pt x="180686" y="192059"/>
                  <a:pt x="180686" y="174233"/>
                </a:cubicBezTo>
                <a:lnTo>
                  <a:pt x="180686" y="147533"/>
                </a:lnTo>
                <a:cubicBezTo>
                  <a:pt x="174717" y="151486"/>
                  <a:pt x="167860" y="154672"/>
                  <a:pt x="160722" y="157213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67" name="Text 65"/>
          <p:cNvSpPr/>
          <p:nvPr/>
        </p:nvSpPr>
        <p:spPr>
          <a:xfrm>
            <a:off x="455061" y="5992274"/>
            <a:ext cx="3519074" cy="206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4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SQLite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459363" y="6198772"/>
            <a:ext cx="3510470" cy="1720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8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Tự khởi tạo bảng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4228075" y="5575453"/>
            <a:ext cx="3733220" cy="936890"/>
          </a:xfrm>
          <a:custGeom>
            <a:avLst/>
            <a:gdLst/>
            <a:ahLst/>
            <a:cxnLst/>
            <a:rect l="l" t="t" r="r" b="b"/>
            <a:pathLst>
              <a:path w="3733220" h="936890">
                <a:moveTo>
                  <a:pt x="137667" y="0"/>
                </a:moveTo>
                <a:lnTo>
                  <a:pt x="3595554" y="0"/>
                </a:lnTo>
                <a:cubicBezTo>
                  <a:pt x="3671585" y="0"/>
                  <a:pt x="3733220" y="61635"/>
                  <a:pt x="3733220" y="137667"/>
                </a:cubicBezTo>
                <a:lnTo>
                  <a:pt x="3733220" y="799224"/>
                </a:lnTo>
                <a:cubicBezTo>
                  <a:pt x="3733220" y="875255"/>
                  <a:pt x="3671585" y="936890"/>
                  <a:pt x="3595554" y="936890"/>
                </a:cubicBezTo>
                <a:lnTo>
                  <a:pt x="137667" y="936890"/>
                </a:lnTo>
                <a:cubicBezTo>
                  <a:pt x="61635" y="936890"/>
                  <a:pt x="0" y="875255"/>
                  <a:pt x="0" y="799224"/>
                </a:cubicBezTo>
                <a:lnTo>
                  <a:pt x="0" y="137667"/>
                </a:lnTo>
                <a:cubicBezTo>
                  <a:pt x="0" y="61635"/>
                  <a:pt x="61635" y="0"/>
                  <a:pt x="137667" y="0"/>
                </a:cubicBezTo>
                <a:close/>
              </a:path>
            </a:pathLst>
          </a:custGeom>
          <a:solidFill>
            <a:srgbClr val="EFF6FF"/>
          </a:solidFill>
          <a:ln w="11289">
            <a:solidFill>
              <a:srgbClr val="BEDB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017966" y="5716943"/>
            <a:ext cx="154874" cy="206498"/>
          </a:xfrm>
          <a:custGeom>
            <a:avLst/>
            <a:gdLst/>
            <a:ahLst/>
            <a:cxnLst/>
            <a:rect l="l" t="t" r="r" b="b"/>
            <a:pathLst>
              <a:path w="154874" h="206498">
                <a:moveTo>
                  <a:pt x="0" y="25812"/>
                </a:moveTo>
                <a:cubicBezTo>
                  <a:pt x="0" y="11575"/>
                  <a:pt x="11575" y="0"/>
                  <a:pt x="25812" y="0"/>
                </a:cubicBezTo>
                <a:lnTo>
                  <a:pt x="86108" y="0"/>
                </a:lnTo>
                <a:cubicBezTo>
                  <a:pt x="92965" y="0"/>
                  <a:pt x="99539" y="2702"/>
                  <a:pt x="104378" y="7542"/>
                </a:cubicBezTo>
                <a:lnTo>
                  <a:pt x="147332" y="50536"/>
                </a:lnTo>
                <a:cubicBezTo>
                  <a:pt x="152171" y="55375"/>
                  <a:pt x="154874" y="61949"/>
                  <a:pt x="154874" y="68806"/>
                </a:cubicBezTo>
                <a:lnTo>
                  <a:pt x="154874" y="180686"/>
                </a:lnTo>
                <a:cubicBezTo>
                  <a:pt x="154874" y="194923"/>
                  <a:pt x="143298" y="206498"/>
                  <a:pt x="129061" y="206498"/>
                </a:cubicBezTo>
                <a:lnTo>
                  <a:pt x="25812" y="206498"/>
                </a:lnTo>
                <a:cubicBezTo>
                  <a:pt x="11575" y="206498"/>
                  <a:pt x="0" y="194923"/>
                  <a:pt x="0" y="180686"/>
                </a:cubicBezTo>
                <a:lnTo>
                  <a:pt x="0" y="25812"/>
                </a:lnTo>
                <a:close/>
                <a:moveTo>
                  <a:pt x="83890" y="23594"/>
                </a:moveTo>
                <a:lnTo>
                  <a:pt x="83890" y="61304"/>
                </a:lnTo>
                <a:cubicBezTo>
                  <a:pt x="83890" y="66668"/>
                  <a:pt x="88205" y="70984"/>
                  <a:pt x="93570" y="70984"/>
                </a:cubicBezTo>
                <a:lnTo>
                  <a:pt x="131280" y="70984"/>
                </a:lnTo>
                <a:lnTo>
                  <a:pt x="83890" y="23594"/>
                </a:lnTo>
                <a:close/>
                <a:moveTo>
                  <a:pt x="62191" y="119220"/>
                </a:moveTo>
                <a:cubicBezTo>
                  <a:pt x="65660" y="115147"/>
                  <a:pt x="65216" y="109057"/>
                  <a:pt x="61143" y="105588"/>
                </a:cubicBezTo>
                <a:cubicBezTo>
                  <a:pt x="57069" y="102120"/>
                  <a:pt x="50979" y="102563"/>
                  <a:pt x="47511" y="106637"/>
                </a:cubicBezTo>
                <a:lnTo>
                  <a:pt x="28152" y="129223"/>
                </a:lnTo>
                <a:cubicBezTo>
                  <a:pt x="25046" y="132853"/>
                  <a:pt x="25046" y="138176"/>
                  <a:pt x="28152" y="141806"/>
                </a:cubicBezTo>
                <a:lnTo>
                  <a:pt x="47511" y="164392"/>
                </a:lnTo>
                <a:cubicBezTo>
                  <a:pt x="50979" y="168465"/>
                  <a:pt x="57110" y="168909"/>
                  <a:pt x="61143" y="165441"/>
                </a:cubicBezTo>
                <a:cubicBezTo>
                  <a:pt x="65176" y="161972"/>
                  <a:pt x="65660" y="155842"/>
                  <a:pt x="62191" y="151808"/>
                </a:cubicBezTo>
                <a:lnTo>
                  <a:pt x="48237" y="135514"/>
                </a:lnTo>
                <a:lnTo>
                  <a:pt x="62191" y="119220"/>
                </a:lnTo>
                <a:close/>
                <a:moveTo>
                  <a:pt x="107363" y="106637"/>
                </a:moveTo>
                <a:cubicBezTo>
                  <a:pt x="103894" y="102563"/>
                  <a:pt x="97764" y="102120"/>
                  <a:pt x="93731" y="105588"/>
                </a:cubicBezTo>
                <a:cubicBezTo>
                  <a:pt x="89698" y="109057"/>
                  <a:pt x="89214" y="115187"/>
                  <a:pt x="92682" y="119220"/>
                </a:cubicBezTo>
                <a:lnTo>
                  <a:pt x="106637" y="135514"/>
                </a:lnTo>
                <a:lnTo>
                  <a:pt x="92682" y="151808"/>
                </a:lnTo>
                <a:cubicBezTo>
                  <a:pt x="89214" y="155882"/>
                  <a:pt x="89657" y="161972"/>
                  <a:pt x="93731" y="165441"/>
                </a:cubicBezTo>
                <a:cubicBezTo>
                  <a:pt x="97804" y="168909"/>
                  <a:pt x="103894" y="168465"/>
                  <a:pt x="107363" y="164392"/>
                </a:cubicBezTo>
                <a:lnTo>
                  <a:pt x="126722" y="141806"/>
                </a:lnTo>
                <a:cubicBezTo>
                  <a:pt x="129828" y="138176"/>
                  <a:pt x="129828" y="132853"/>
                  <a:pt x="126722" y="129223"/>
                </a:cubicBezTo>
                <a:lnTo>
                  <a:pt x="107363" y="106637"/>
                </a:lnTo>
                <a:close/>
              </a:path>
            </a:pathLst>
          </a:custGeom>
          <a:solidFill>
            <a:srgbClr val="2B7FFF"/>
          </a:solidFill>
          <a:ln/>
        </p:spPr>
      </p:sp>
      <p:sp>
        <p:nvSpPr>
          <p:cNvPr id="71" name="Text 69"/>
          <p:cNvSpPr/>
          <p:nvPr/>
        </p:nvSpPr>
        <p:spPr>
          <a:xfrm>
            <a:off x="4335148" y="5992274"/>
            <a:ext cx="3519074" cy="206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4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Swagger UI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4339451" y="6198772"/>
            <a:ext cx="3510470" cy="1720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8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Tài liệu tự động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8108163" y="5575453"/>
            <a:ext cx="3733220" cy="936890"/>
          </a:xfrm>
          <a:custGeom>
            <a:avLst/>
            <a:gdLst/>
            <a:ahLst/>
            <a:cxnLst/>
            <a:rect l="l" t="t" r="r" b="b"/>
            <a:pathLst>
              <a:path w="3733220" h="936890">
                <a:moveTo>
                  <a:pt x="137667" y="0"/>
                </a:moveTo>
                <a:lnTo>
                  <a:pt x="3595554" y="0"/>
                </a:lnTo>
                <a:cubicBezTo>
                  <a:pt x="3671585" y="0"/>
                  <a:pt x="3733220" y="61635"/>
                  <a:pt x="3733220" y="137667"/>
                </a:cubicBezTo>
                <a:lnTo>
                  <a:pt x="3733220" y="799224"/>
                </a:lnTo>
                <a:cubicBezTo>
                  <a:pt x="3733220" y="875255"/>
                  <a:pt x="3671585" y="936890"/>
                  <a:pt x="3595554" y="936890"/>
                </a:cubicBezTo>
                <a:lnTo>
                  <a:pt x="137667" y="936890"/>
                </a:lnTo>
                <a:cubicBezTo>
                  <a:pt x="61635" y="936890"/>
                  <a:pt x="0" y="875255"/>
                  <a:pt x="0" y="799224"/>
                </a:cubicBezTo>
                <a:lnTo>
                  <a:pt x="0" y="137667"/>
                </a:lnTo>
                <a:cubicBezTo>
                  <a:pt x="0" y="61635"/>
                  <a:pt x="61635" y="0"/>
                  <a:pt x="137667" y="0"/>
                </a:cubicBezTo>
                <a:close/>
              </a:path>
            </a:pathLst>
          </a:custGeom>
          <a:solidFill>
            <a:srgbClr val="FAF5FF"/>
          </a:solidFill>
          <a:ln w="11289">
            <a:solidFill>
              <a:srgbClr val="E9D4F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872361" y="5716943"/>
            <a:ext cx="206498" cy="206498"/>
          </a:xfrm>
          <a:custGeom>
            <a:avLst/>
            <a:gdLst/>
            <a:ahLst/>
            <a:cxnLst/>
            <a:rect l="l" t="t" r="r" b="b"/>
            <a:pathLst>
              <a:path w="206498" h="206498">
                <a:moveTo>
                  <a:pt x="103249" y="0"/>
                </a:moveTo>
                <a:cubicBezTo>
                  <a:pt x="105104" y="0"/>
                  <a:pt x="106960" y="403"/>
                  <a:pt x="108654" y="1170"/>
                </a:cubicBezTo>
                <a:lnTo>
                  <a:pt x="184638" y="33395"/>
                </a:lnTo>
                <a:cubicBezTo>
                  <a:pt x="193511" y="37145"/>
                  <a:pt x="200126" y="45897"/>
                  <a:pt x="200085" y="56464"/>
                </a:cubicBezTo>
                <a:cubicBezTo>
                  <a:pt x="199884" y="96473"/>
                  <a:pt x="183429" y="169675"/>
                  <a:pt x="113937" y="202949"/>
                </a:cubicBezTo>
                <a:cubicBezTo>
                  <a:pt x="107202" y="206176"/>
                  <a:pt x="99377" y="206176"/>
                  <a:pt x="92642" y="202949"/>
                </a:cubicBezTo>
                <a:cubicBezTo>
                  <a:pt x="23110" y="169675"/>
                  <a:pt x="6695" y="96473"/>
                  <a:pt x="6493" y="56464"/>
                </a:cubicBezTo>
                <a:cubicBezTo>
                  <a:pt x="6453" y="45897"/>
                  <a:pt x="13067" y="37145"/>
                  <a:pt x="21940" y="33395"/>
                </a:cubicBezTo>
                <a:lnTo>
                  <a:pt x="97885" y="1170"/>
                </a:lnTo>
                <a:cubicBezTo>
                  <a:pt x="99579" y="403"/>
                  <a:pt x="101394" y="0"/>
                  <a:pt x="103249" y="0"/>
                </a:cubicBezTo>
                <a:close/>
                <a:moveTo>
                  <a:pt x="103249" y="26942"/>
                </a:moveTo>
                <a:lnTo>
                  <a:pt x="103249" y="179436"/>
                </a:lnTo>
                <a:cubicBezTo>
                  <a:pt x="158907" y="152494"/>
                  <a:pt x="173870" y="92803"/>
                  <a:pt x="174233" y="57069"/>
                </a:cubicBezTo>
                <a:lnTo>
                  <a:pt x="103249" y="26982"/>
                </a:lnTo>
                <a:lnTo>
                  <a:pt x="103249" y="26982"/>
                </a:lnTo>
                <a:close/>
              </a:path>
            </a:pathLst>
          </a:custGeom>
          <a:solidFill>
            <a:srgbClr val="AD46FF"/>
          </a:solidFill>
          <a:ln/>
        </p:spPr>
      </p:sp>
      <p:sp>
        <p:nvSpPr>
          <p:cNvPr id="75" name="Text 73"/>
          <p:cNvSpPr/>
          <p:nvPr/>
        </p:nvSpPr>
        <p:spPr>
          <a:xfrm>
            <a:off x="8215236" y="5992274"/>
            <a:ext cx="3519074" cy="206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4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CORS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8219538" y="6198772"/>
            <a:ext cx="3510470" cy="1720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8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Mở hoàn toàn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7" grpId="0" animBg="1"/>
      <p:bldP spid="11" grpId="0" animBg="1"/>
      <p:bldP spid="12" grpId="0" animBg="1"/>
      <p:bldP spid="16" grpId="0" animBg="1"/>
      <p:bldP spid="17" grpId="0" animBg="1"/>
      <p:bldP spid="21" grpId="0" animBg="1"/>
      <p:bldP spid="22" grpId="0" animBg="1"/>
      <p:bldP spid="25" grpId="0" animBg="1"/>
      <p:bldP spid="27" grpId="0" animBg="1"/>
      <p:bldP spid="28" grpId="0" animBg="1"/>
      <p:bldP spid="30" grpId="0" animBg="1"/>
      <p:bldP spid="31" grpId="0" animBg="1"/>
      <p:bldP spid="33" grpId="0" animBg="1"/>
      <p:bldP spid="34" grpId="0" animBg="1"/>
      <p:bldP spid="36" grpId="0" animBg="1"/>
      <p:bldP spid="37" grpId="0" animBg="1"/>
      <p:bldP spid="40" grpId="0" animBg="1"/>
      <p:bldP spid="42" grpId="0" animBg="1"/>
      <p:bldP spid="43" grpId="0" animBg="1"/>
      <p:bldP spid="45" grpId="0" animBg="1"/>
      <p:bldP spid="46" grpId="0" animBg="1"/>
      <p:bldP spid="48" grpId="0" animBg="1"/>
      <p:bldP spid="49" grpId="0" animBg="1"/>
      <p:bldP spid="51" grpId="0" animBg="1"/>
      <p:bldP spid="52" grpId="0" animBg="1"/>
      <p:bldP spid="54" grpId="0" animBg="1"/>
      <p:bldP spid="55" grpId="0" animBg="1"/>
      <p:bldP spid="57" grpId="0" animBg="1"/>
      <p:bldP spid="58" grpId="0" animBg="1"/>
      <p:bldP spid="60" grpId="0" animBg="1"/>
      <p:bldP spid="61" grpId="0" animBg="1"/>
      <p:bldP spid="63" grpId="0" animBg="1"/>
      <p:bldP spid="64" grpId="0" animBg="1"/>
      <p:bldP spid="67" grpId="0" animBg="1"/>
      <p:bldP spid="68" grpId="0" animBg="1"/>
      <p:bldP spid="71" grpId="0" animBg="1"/>
      <p:bldP spid="72" grpId="0" animBg="1"/>
      <p:bldP spid="75" grpId="0" animBg="1"/>
      <p:bldP spid="7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0578" y="370578"/>
            <a:ext cx="11524960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kern="0" spc="117" dirty="0">
                <a:solidFill>
                  <a:srgbClr val="00B8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CHAPTER 02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0578" y="667040"/>
            <a:ext cx="11617605" cy="370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26" b="1" dirty="0">
                <a:solidFill>
                  <a:srgbClr val="10182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JAVASCRIPT FRONTEND - REACT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70578" y="1111733"/>
            <a:ext cx="11534225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3" dirty="0">
                <a:solidFill>
                  <a:srgbClr val="6A72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Ứng dụng web SimpleSocialMediaApplication với React &amp; Vite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4695" y="1523485"/>
            <a:ext cx="6799068" cy="3806655"/>
          </a:xfrm>
          <a:custGeom>
            <a:avLst/>
            <a:gdLst/>
            <a:ahLst/>
            <a:cxnLst/>
            <a:rect l="l" t="t" r="r" b="b"/>
            <a:pathLst>
              <a:path w="6799068" h="3806655">
                <a:moveTo>
                  <a:pt x="222347" y="0"/>
                </a:moveTo>
                <a:lnTo>
                  <a:pt x="6576721" y="0"/>
                </a:lnTo>
                <a:cubicBezTo>
                  <a:pt x="6699520" y="0"/>
                  <a:pt x="6799068" y="99548"/>
                  <a:pt x="6799068" y="222347"/>
                </a:cubicBezTo>
                <a:lnTo>
                  <a:pt x="6799068" y="3584308"/>
                </a:lnTo>
                <a:cubicBezTo>
                  <a:pt x="6799068" y="3707107"/>
                  <a:pt x="6699520" y="3806655"/>
                  <a:pt x="6576721" y="3806655"/>
                </a:cubicBezTo>
                <a:lnTo>
                  <a:pt x="222347" y="3806655"/>
                </a:lnTo>
                <a:cubicBezTo>
                  <a:pt x="99548" y="3806655"/>
                  <a:pt x="0" y="3707107"/>
                  <a:pt x="0" y="3584308"/>
                </a:cubicBezTo>
                <a:lnTo>
                  <a:pt x="0" y="222347"/>
                </a:lnTo>
                <a:cubicBezTo>
                  <a:pt x="0" y="99630"/>
                  <a:pt x="99630" y="0"/>
                  <a:pt x="222347" y="0"/>
                </a:cubicBezTo>
                <a:close/>
              </a:path>
            </a:pathLst>
          </a:custGeom>
          <a:gradFill flip="none" rotWithShape="1">
            <a:gsLst>
              <a:gs pos="0">
                <a:srgbClr val="ECFEFF"/>
              </a:gs>
              <a:gs pos="100000">
                <a:srgbClr val="EFF6FF"/>
              </a:gs>
            </a:gsLst>
            <a:lin ang="2700000" scaled="1"/>
          </a:gradFill>
          <a:ln w="11289">
            <a:solidFill>
              <a:srgbClr val="CEFAF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0205" y="1712894"/>
            <a:ext cx="185289" cy="185289"/>
          </a:xfrm>
          <a:custGeom>
            <a:avLst/>
            <a:gdLst/>
            <a:ahLst/>
            <a:cxnLst/>
            <a:rect l="l" t="t" r="r" b="b"/>
            <a:pathLst>
              <a:path w="185289" h="185289">
                <a:moveTo>
                  <a:pt x="23161" y="11581"/>
                </a:moveTo>
                <a:cubicBezTo>
                  <a:pt x="10386" y="11581"/>
                  <a:pt x="0" y="21967"/>
                  <a:pt x="0" y="34742"/>
                </a:cubicBezTo>
                <a:lnTo>
                  <a:pt x="0" y="127386"/>
                </a:lnTo>
                <a:cubicBezTo>
                  <a:pt x="0" y="140161"/>
                  <a:pt x="10386" y="150547"/>
                  <a:pt x="23161" y="150547"/>
                </a:cubicBezTo>
                <a:lnTo>
                  <a:pt x="75274" y="150547"/>
                </a:lnTo>
                <a:lnTo>
                  <a:pt x="69483" y="167918"/>
                </a:lnTo>
                <a:lnTo>
                  <a:pt x="43427" y="167918"/>
                </a:lnTo>
                <a:cubicBezTo>
                  <a:pt x="38614" y="167918"/>
                  <a:pt x="34742" y="171790"/>
                  <a:pt x="34742" y="176603"/>
                </a:cubicBezTo>
                <a:cubicBezTo>
                  <a:pt x="34742" y="181417"/>
                  <a:pt x="38614" y="185289"/>
                  <a:pt x="43427" y="185289"/>
                </a:cubicBezTo>
                <a:lnTo>
                  <a:pt x="141862" y="185289"/>
                </a:lnTo>
                <a:cubicBezTo>
                  <a:pt x="146675" y="185289"/>
                  <a:pt x="150547" y="181417"/>
                  <a:pt x="150547" y="176603"/>
                </a:cubicBezTo>
                <a:cubicBezTo>
                  <a:pt x="150547" y="171790"/>
                  <a:pt x="146675" y="167918"/>
                  <a:pt x="141862" y="167918"/>
                </a:cubicBezTo>
                <a:lnTo>
                  <a:pt x="115805" y="167918"/>
                </a:lnTo>
                <a:lnTo>
                  <a:pt x="110015" y="150547"/>
                </a:lnTo>
                <a:lnTo>
                  <a:pt x="162128" y="150547"/>
                </a:lnTo>
                <a:cubicBezTo>
                  <a:pt x="174902" y="150547"/>
                  <a:pt x="185289" y="140161"/>
                  <a:pt x="185289" y="127386"/>
                </a:cubicBezTo>
                <a:lnTo>
                  <a:pt x="185289" y="34742"/>
                </a:lnTo>
                <a:cubicBezTo>
                  <a:pt x="185289" y="21967"/>
                  <a:pt x="174902" y="11581"/>
                  <a:pt x="162128" y="11581"/>
                </a:cubicBezTo>
                <a:lnTo>
                  <a:pt x="23161" y="11581"/>
                </a:lnTo>
                <a:close/>
                <a:moveTo>
                  <a:pt x="34742" y="34742"/>
                </a:moveTo>
                <a:lnTo>
                  <a:pt x="150547" y="34742"/>
                </a:lnTo>
                <a:cubicBezTo>
                  <a:pt x="156953" y="34742"/>
                  <a:pt x="162128" y="39917"/>
                  <a:pt x="162128" y="46322"/>
                </a:cubicBezTo>
                <a:lnTo>
                  <a:pt x="162128" y="104225"/>
                </a:lnTo>
                <a:cubicBezTo>
                  <a:pt x="162128" y="110630"/>
                  <a:pt x="156953" y="115805"/>
                  <a:pt x="150547" y="115805"/>
                </a:cubicBezTo>
                <a:lnTo>
                  <a:pt x="34742" y="115805"/>
                </a:lnTo>
                <a:cubicBezTo>
                  <a:pt x="28336" y="115805"/>
                  <a:pt x="23161" y="110630"/>
                  <a:pt x="23161" y="104225"/>
                </a:cubicBezTo>
                <a:lnTo>
                  <a:pt x="23161" y="46322"/>
                </a:lnTo>
                <a:cubicBezTo>
                  <a:pt x="23161" y="39917"/>
                  <a:pt x="28336" y="34742"/>
                  <a:pt x="34742" y="34742"/>
                </a:cubicBezTo>
                <a:close/>
              </a:path>
            </a:pathLst>
          </a:custGeom>
          <a:solidFill>
            <a:srgbClr val="00B8DB"/>
          </a:solidFill>
          <a:ln/>
        </p:spPr>
      </p:sp>
      <p:sp>
        <p:nvSpPr>
          <p:cNvPr id="7" name="Text 5"/>
          <p:cNvSpPr/>
          <p:nvPr/>
        </p:nvSpPr>
        <p:spPr>
          <a:xfrm>
            <a:off x="758655" y="1675836"/>
            <a:ext cx="6355404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9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 Màn hình UI từ Figma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3514" y="2046414"/>
            <a:ext cx="3175643" cy="667040"/>
          </a:xfrm>
          <a:custGeom>
            <a:avLst/>
            <a:gdLst/>
            <a:ahLst/>
            <a:cxnLst/>
            <a:rect l="l" t="t" r="r" b="b"/>
            <a:pathLst>
              <a:path w="3175643" h="667040">
                <a:moveTo>
                  <a:pt x="32940" y="0"/>
                </a:moveTo>
                <a:lnTo>
                  <a:pt x="3027414" y="0"/>
                </a:lnTo>
                <a:cubicBezTo>
                  <a:pt x="3109279" y="0"/>
                  <a:pt x="3175643" y="66365"/>
                  <a:pt x="3175643" y="148230"/>
                </a:cubicBezTo>
                <a:lnTo>
                  <a:pt x="3175643" y="518810"/>
                </a:lnTo>
                <a:cubicBezTo>
                  <a:pt x="3175643" y="600675"/>
                  <a:pt x="3109279" y="667040"/>
                  <a:pt x="3027414" y="667040"/>
                </a:cubicBezTo>
                <a:lnTo>
                  <a:pt x="32940" y="667040"/>
                </a:lnTo>
                <a:cubicBezTo>
                  <a:pt x="14760" y="667040"/>
                  <a:pt x="0" y="652279"/>
                  <a:pt x="0" y="634099"/>
                </a:cubicBezTo>
                <a:lnTo>
                  <a:pt x="0" y="32940"/>
                </a:lnTo>
                <a:cubicBezTo>
                  <a:pt x="0" y="14760"/>
                  <a:pt x="14760" y="0"/>
                  <a:pt x="3294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43514" y="2046414"/>
            <a:ext cx="32940" cy="667040"/>
          </a:xfrm>
          <a:custGeom>
            <a:avLst/>
            <a:gdLst/>
            <a:ahLst/>
            <a:cxnLst/>
            <a:rect l="l" t="t" r="r" b="b"/>
            <a:pathLst>
              <a:path w="32940" h="667040">
                <a:moveTo>
                  <a:pt x="32940" y="0"/>
                </a:moveTo>
                <a:lnTo>
                  <a:pt x="32940" y="0"/>
                </a:lnTo>
                <a:lnTo>
                  <a:pt x="32940" y="667040"/>
                </a:lnTo>
                <a:lnTo>
                  <a:pt x="32940" y="667040"/>
                </a:lnTo>
                <a:cubicBezTo>
                  <a:pt x="14748" y="667040"/>
                  <a:pt x="0" y="652292"/>
                  <a:pt x="0" y="634099"/>
                </a:cubicBezTo>
                <a:lnTo>
                  <a:pt x="0" y="32940"/>
                </a:lnTo>
                <a:cubicBezTo>
                  <a:pt x="0" y="14748"/>
                  <a:pt x="14748" y="0"/>
                  <a:pt x="32940" y="0"/>
                </a:cubicBezTo>
                <a:close/>
              </a:path>
            </a:pathLst>
          </a:custGeom>
          <a:solidFill>
            <a:srgbClr val="2B7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89686" y="2194645"/>
            <a:ext cx="148231" cy="148231"/>
          </a:xfrm>
          <a:custGeom>
            <a:avLst/>
            <a:gdLst/>
            <a:ahLst/>
            <a:cxnLst/>
            <a:rect l="l" t="t" r="r" b="b"/>
            <a:pathLst>
              <a:path w="148231" h="148231">
                <a:moveTo>
                  <a:pt x="80427" y="2490"/>
                </a:moveTo>
                <a:cubicBezTo>
                  <a:pt x="76866" y="-811"/>
                  <a:pt x="71365" y="-811"/>
                  <a:pt x="67833" y="2490"/>
                </a:cubicBezTo>
                <a:lnTo>
                  <a:pt x="2982" y="62709"/>
                </a:lnTo>
                <a:cubicBezTo>
                  <a:pt x="203" y="65314"/>
                  <a:pt x="-724" y="69339"/>
                  <a:pt x="666" y="72871"/>
                </a:cubicBezTo>
                <a:cubicBezTo>
                  <a:pt x="2056" y="76403"/>
                  <a:pt x="5443" y="78748"/>
                  <a:pt x="9264" y="78748"/>
                </a:cubicBezTo>
                <a:lnTo>
                  <a:pt x="13897" y="78748"/>
                </a:lnTo>
                <a:lnTo>
                  <a:pt x="13897" y="129702"/>
                </a:lnTo>
                <a:cubicBezTo>
                  <a:pt x="13897" y="139922"/>
                  <a:pt x="22206" y="148231"/>
                  <a:pt x="32426" y="148231"/>
                </a:cubicBezTo>
                <a:lnTo>
                  <a:pt x="115805" y="148231"/>
                </a:lnTo>
                <a:cubicBezTo>
                  <a:pt x="126025" y="148231"/>
                  <a:pt x="134334" y="139922"/>
                  <a:pt x="134334" y="129702"/>
                </a:cubicBezTo>
                <a:lnTo>
                  <a:pt x="134334" y="78748"/>
                </a:lnTo>
                <a:lnTo>
                  <a:pt x="138967" y="78748"/>
                </a:lnTo>
                <a:cubicBezTo>
                  <a:pt x="142788" y="78748"/>
                  <a:pt x="146204" y="76403"/>
                  <a:pt x="147594" y="72871"/>
                </a:cubicBezTo>
                <a:cubicBezTo>
                  <a:pt x="148984" y="69339"/>
                  <a:pt x="148057" y="65285"/>
                  <a:pt x="145278" y="62709"/>
                </a:cubicBezTo>
                <a:lnTo>
                  <a:pt x="80427" y="2490"/>
                </a:lnTo>
                <a:close/>
                <a:moveTo>
                  <a:pt x="69483" y="92644"/>
                </a:moveTo>
                <a:lnTo>
                  <a:pt x="78748" y="92644"/>
                </a:lnTo>
                <a:cubicBezTo>
                  <a:pt x="86420" y="92644"/>
                  <a:pt x="92644" y="98869"/>
                  <a:pt x="92644" y="106541"/>
                </a:cubicBezTo>
                <a:lnTo>
                  <a:pt x="92644" y="134334"/>
                </a:lnTo>
                <a:lnTo>
                  <a:pt x="55587" y="134334"/>
                </a:lnTo>
                <a:lnTo>
                  <a:pt x="55587" y="106541"/>
                </a:lnTo>
                <a:cubicBezTo>
                  <a:pt x="55587" y="98869"/>
                  <a:pt x="61811" y="92644"/>
                  <a:pt x="69483" y="92644"/>
                </a:cubicBezTo>
                <a:close/>
              </a:path>
            </a:pathLst>
          </a:custGeom>
          <a:solidFill>
            <a:srgbClr val="2B7FFF"/>
          </a:solidFill>
          <a:ln/>
        </p:spPr>
      </p:sp>
      <p:sp>
        <p:nvSpPr>
          <p:cNvPr id="11" name="Text 9"/>
          <p:cNvSpPr/>
          <p:nvPr/>
        </p:nvSpPr>
        <p:spPr>
          <a:xfrm>
            <a:off x="930561" y="2157587"/>
            <a:ext cx="481751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1157" y="2416991"/>
            <a:ext cx="3001678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Danh sách bài đăng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46929" y="2046414"/>
            <a:ext cx="3175643" cy="667040"/>
          </a:xfrm>
          <a:custGeom>
            <a:avLst/>
            <a:gdLst/>
            <a:ahLst/>
            <a:cxnLst/>
            <a:rect l="l" t="t" r="r" b="b"/>
            <a:pathLst>
              <a:path w="3175643" h="667040">
                <a:moveTo>
                  <a:pt x="32940" y="0"/>
                </a:moveTo>
                <a:lnTo>
                  <a:pt x="3027414" y="0"/>
                </a:lnTo>
                <a:cubicBezTo>
                  <a:pt x="3109279" y="0"/>
                  <a:pt x="3175643" y="66365"/>
                  <a:pt x="3175643" y="148230"/>
                </a:cubicBezTo>
                <a:lnTo>
                  <a:pt x="3175643" y="518810"/>
                </a:lnTo>
                <a:cubicBezTo>
                  <a:pt x="3175643" y="600675"/>
                  <a:pt x="3109279" y="667040"/>
                  <a:pt x="3027414" y="667040"/>
                </a:cubicBezTo>
                <a:lnTo>
                  <a:pt x="32940" y="667040"/>
                </a:lnTo>
                <a:cubicBezTo>
                  <a:pt x="14760" y="667040"/>
                  <a:pt x="0" y="652279"/>
                  <a:pt x="0" y="634099"/>
                </a:cubicBezTo>
                <a:lnTo>
                  <a:pt x="0" y="32940"/>
                </a:lnTo>
                <a:cubicBezTo>
                  <a:pt x="0" y="14760"/>
                  <a:pt x="14760" y="0"/>
                  <a:pt x="3294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846929" y="2046414"/>
            <a:ext cx="32940" cy="667040"/>
          </a:xfrm>
          <a:custGeom>
            <a:avLst/>
            <a:gdLst/>
            <a:ahLst/>
            <a:cxnLst/>
            <a:rect l="l" t="t" r="r" b="b"/>
            <a:pathLst>
              <a:path w="32940" h="667040">
                <a:moveTo>
                  <a:pt x="32940" y="0"/>
                </a:moveTo>
                <a:lnTo>
                  <a:pt x="32940" y="0"/>
                </a:lnTo>
                <a:lnTo>
                  <a:pt x="32940" y="667040"/>
                </a:lnTo>
                <a:lnTo>
                  <a:pt x="32940" y="667040"/>
                </a:lnTo>
                <a:cubicBezTo>
                  <a:pt x="14748" y="667040"/>
                  <a:pt x="0" y="652292"/>
                  <a:pt x="0" y="634099"/>
                </a:cubicBezTo>
                <a:lnTo>
                  <a:pt x="0" y="32940"/>
                </a:lnTo>
                <a:cubicBezTo>
                  <a:pt x="0" y="14748"/>
                  <a:pt x="14748" y="0"/>
                  <a:pt x="32940" y="0"/>
                </a:cubicBezTo>
                <a:close/>
              </a:path>
            </a:pathLst>
          </a:custGeom>
          <a:solidFill>
            <a:srgbClr val="AD46FF"/>
          </a:solidFill>
          <a:ln/>
        </p:spPr>
      </p:sp>
      <p:sp>
        <p:nvSpPr>
          <p:cNvPr id="15" name="Shape 13"/>
          <p:cNvSpPr/>
          <p:nvPr/>
        </p:nvSpPr>
        <p:spPr>
          <a:xfrm>
            <a:off x="3993101" y="2194645"/>
            <a:ext cx="148231" cy="148231"/>
          </a:xfrm>
          <a:custGeom>
            <a:avLst/>
            <a:gdLst/>
            <a:ahLst/>
            <a:cxnLst/>
            <a:rect l="l" t="t" r="r" b="b"/>
            <a:pathLst>
              <a:path w="148231" h="148231">
                <a:moveTo>
                  <a:pt x="120438" y="60219"/>
                </a:moveTo>
                <a:cubicBezTo>
                  <a:pt x="120438" y="73508"/>
                  <a:pt x="116124" y="85783"/>
                  <a:pt x="108857" y="95742"/>
                </a:cubicBezTo>
                <a:lnTo>
                  <a:pt x="145510" y="132424"/>
                </a:lnTo>
                <a:cubicBezTo>
                  <a:pt x="149128" y="136042"/>
                  <a:pt x="149128" y="141920"/>
                  <a:pt x="145510" y="145539"/>
                </a:cubicBezTo>
                <a:cubicBezTo>
                  <a:pt x="141891" y="149157"/>
                  <a:pt x="136014" y="149157"/>
                  <a:pt x="132395" y="145539"/>
                </a:cubicBezTo>
                <a:lnTo>
                  <a:pt x="95742" y="108857"/>
                </a:lnTo>
                <a:cubicBezTo>
                  <a:pt x="85783" y="116124"/>
                  <a:pt x="73508" y="120438"/>
                  <a:pt x="60219" y="120438"/>
                </a:cubicBezTo>
                <a:cubicBezTo>
                  <a:pt x="26954" y="120438"/>
                  <a:pt x="0" y="93484"/>
                  <a:pt x="0" y="60219"/>
                </a:cubicBezTo>
                <a:cubicBezTo>
                  <a:pt x="0" y="26954"/>
                  <a:pt x="26954" y="0"/>
                  <a:pt x="60219" y="0"/>
                </a:cubicBezTo>
                <a:cubicBezTo>
                  <a:pt x="93484" y="0"/>
                  <a:pt x="120438" y="26954"/>
                  <a:pt x="120438" y="60219"/>
                </a:cubicBezTo>
                <a:close/>
                <a:moveTo>
                  <a:pt x="60219" y="101909"/>
                </a:moveTo>
                <a:cubicBezTo>
                  <a:pt x="83228" y="101909"/>
                  <a:pt x="101909" y="83228"/>
                  <a:pt x="101909" y="60219"/>
                </a:cubicBezTo>
                <a:cubicBezTo>
                  <a:pt x="101909" y="37210"/>
                  <a:pt x="83228" y="18529"/>
                  <a:pt x="60219" y="18529"/>
                </a:cubicBezTo>
                <a:cubicBezTo>
                  <a:pt x="37210" y="18529"/>
                  <a:pt x="18529" y="37210"/>
                  <a:pt x="18529" y="60219"/>
                </a:cubicBezTo>
                <a:cubicBezTo>
                  <a:pt x="18529" y="83228"/>
                  <a:pt x="37210" y="101909"/>
                  <a:pt x="60219" y="101909"/>
                </a:cubicBezTo>
                <a:close/>
              </a:path>
            </a:pathLst>
          </a:custGeom>
          <a:solidFill>
            <a:srgbClr val="AD46FF"/>
          </a:solidFill>
          <a:ln/>
        </p:spPr>
      </p:sp>
      <p:sp>
        <p:nvSpPr>
          <p:cNvPr id="16" name="Text 14"/>
          <p:cNvSpPr/>
          <p:nvPr/>
        </p:nvSpPr>
        <p:spPr>
          <a:xfrm>
            <a:off x="4233977" y="2157587"/>
            <a:ext cx="546602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Search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974572" y="2416991"/>
            <a:ext cx="3001678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Tìm kiếm bài viết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3514" y="2824627"/>
            <a:ext cx="3175643" cy="667040"/>
          </a:xfrm>
          <a:custGeom>
            <a:avLst/>
            <a:gdLst/>
            <a:ahLst/>
            <a:cxnLst/>
            <a:rect l="l" t="t" r="r" b="b"/>
            <a:pathLst>
              <a:path w="3175643" h="667040">
                <a:moveTo>
                  <a:pt x="32940" y="0"/>
                </a:moveTo>
                <a:lnTo>
                  <a:pt x="3027414" y="0"/>
                </a:lnTo>
                <a:cubicBezTo>
                  <a:pt x="3109279" y="0"/>
                  <a:pt x="3175643" y="66365"/>
                  <a:pt x="3175643" y="148230"/>
                </a:cubicBezTo>
                <a:lnTo>
                  <a:pt x="3175643" y="518810"/>
                </a:lnTo>
                <a:cubicBezTo>
                  <a:pt x="3175643" y="600675"/>
                  <a:pt x="3109279" y="667040"/>
                  <a:pt x="3027414" y="667040"/>
                </a:cubicBezTo>
                <a:lnTo>
                  <a:pt x="32940" y="667040"/>
                </a:lnTo>
                <a:cubicBezTo>
                  <a:pt x="14760" y="667040"/>
                  <a:pt x="0" y="652279"/>
                  <a:pt x="0" y="634099"/>
                </a:cubicBezTo>
                <a:lnTo>
                  <a:pt x="0" y="32940"/>
                </a:lnTo>
                <a:cubicBezTo>
                  <a:pt x="0" y="14760"/>
                  <a:pt x="14760" y="0"/>
                  <a:pt x="3294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543514" y="2824627"/>
            <a:ext cx="32940" cy="667040"/>
          </a:xfrm>
          <a:custGeom>
            <a:avLst/>
            <a:gdLst/>
            <a:ahLst/>
            <a:cxnLst/>
            <a:rect l="l" t="t" r="r" b="b"/>
            <a:pathLst>
              <a:path w="32940" h="667040">
                <a:moveTo>
                  <a:pt x="32940" y="0"/>
                </a:moveTo>
                <a:lnTo>
                  <a:pt x="32940" y="0"/>
                </a:lnTo>
                <a:lnTo>
                  <a:pt x="32940" y="667040"/>
                </a:lnTo>
                <a:lnTo>
                  <a:pt x="32940" y="667040"/>
                </a:lnTo>
                <a:cubicBezTo>
                  <a:pt x="14748" y="667040"/>
                  <a:pt x="0" y="652292"/>
                  <a:pt x="0" y="634099"/>
                </a:cubicBezTo>
                <a:lnTo>
                  <a:pt x="0" y="32940"/>
                </a:lnTo>
                <a:cubicBezTo>
                  <a:pt x="0" y="14748"/>
                  <a:pt x="14748" y="0"/>
                  <a:pt x="32940" y="0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20" name="Shape 18"/>
          <p:cNvSpPr/>
          <p:nvPr/>
        </p:nvSpPr>
        <p:spPr>
          <a:xfrm>
            <a:off x="708215" y="2972858"/>
            <a:ext cx="111173" cy="148231"/>
          </a:xfrm>
          <a:custGeom>
            <a:avLst/>
            <a:gdLst/>
            <a:ahLst/>
            <a:cxnLst/>
            <a:rect l="l" t="t" r="r" b="b"/>
            <a:pathLst>
              <a:path w="111173" h="148231">
                <a:moveTo>
                  <a:pt x="0" y="18529"/>
                </a:moveTo>
                <a:cubicBezTo>
                  <a:pt x="0" y="8309"/>
                  <a:pt x="8309" y="0"/>
                  <a:pt x="18529" y="0"/>
                </a:cubicBezTo>
                <a:lnTo>
                  <a:pt x="61811" y="0"/>
                </a:lnTo>
                <a:cubicBezTo>
                  <a:pt x="66733" y="0"/>
                  <a:pt x="71452" y="1940"/>
                  <a:pt x="74926" y="5414"/>
                </a:cubicBezTo>
                <a:lnTo>
                  <a:pt x="105759" y="36276"/>
                </a:lnTo>
                <a:cubicBezTo>
                  <a:pt x="109234" y="39750"/>
                  <a:pt x="111173" y="44469"/>
                  <a:pt x="111173" y="49391"/>
                </a:cubicBezTo>
                <a:lnTo>
                  <a:pt x="111173" y="129702"/>
                </a:lnTo>
                <a:cubicBezTo>
                  <a:pt x="111173" y="139922"/>
                  <a:pt x="102864" y="148231"/>
                  <a:pt x="92644" y="148231"/>
                </a:cubicBezTo>
                <a:lnTo>
                  <a:pt x="18529" y="148231"/>
                </a:lnTo>
                <a:cubicBezTo>
                  <a:pt x="8309" y="148231"/>
                  <a:pt x="0" y="139922"/>
                  <a:pt x="0" y="129702"/>
                </a:cubicBezTo>
                <a:lnTo>
                  <a:pt x="0" y="18529"/>
                </a:lnTo>
                <a:close/>
                <a:moveTo>
                  <a:pt x="60219" y="16937"/>
                </a:moveTo>
                <a:lnTo>
                  <a:pt x="60219" y="44006"/>
                </a:lnTo>
                <a:cubicBezTo>
                  <a:pt x="60219" y="47857"/>
                  <a:pt x="63317" y="50954"/>
                  <a:pt x="67167" y="50954"/>
                </a:cubicBezTo>
                <a:lnTo>
                  <a:pt x="94237" y="50954"/>
                </a:lnTo>
                <a:lnTo>
                  <a:pt x="60219" y="16937"/>
                </a:lnTo>
                <a:close/>
                <a:moveTo>
                  <a:pt x="34742" y="74116"/>
                </a:moveTo>
                <a:cubicBezTo>
                  <a:pt x="30891" y="74116"/>
                  <a:pt x="27793" y="77213"/>
                  <a:pt x="27793" y="81064"/>
                </a:cubicBezTo>
                <a:cubicBezTo>
                  <a:pt x="27793" y="84914"/>
                  <a:pt x="30891" y="88012"/>
                  <a:pt x="34742" y="88012"/>
                </a:cubicBezTo>
                <a:lnTo>
                  <a:pt x="76432" y="88012"/>
                </a:lnTo>
                <a:cubicBezTo>
                  <a:pt x="80282" y="88012"/>
                  <a:pt x="83380" y="84914"/>
                  <a:pt x="83380" y="81064"/>
                </a:cubicBezTo>
                <a:cubicBezTo>
                  <a:pt x="83380" y="77213"/>
                  <a:pt x="80282" y="74116"/>
                  <a:pt x="76432" y="74116"/>
                </a:cubicBezTo>
                <a:lnTo>
                  <a:pt x="34742" y="74116"/>
                </a:lnTo>
                <a:close/>
                <a:moveTo>
                  <a:pt x="34742" y="101909"/>
                </a:moveTo>
                <a:cubicBezTo>
                  <a:pt x="30891" y="101909"/>
                  <a:pt x="27793" y="105007"/>
                  <a:pt x="27793" y="108857"/>
                </a:cubicBezTo>
                <a:cubicBezTo>
                  <a:pt x="27793" y="112708"/>
                  <a:pt x="30891" y="115805"/>
                  <a:pt x="34742" y="115805"/>
                </a:cubicBezTo>
                <a:lnTo>
                  <a:pt x="76432" y="115805"/>
                </a:lnTo>
                <a:cubicBezTo>
                  <a:pt x="80282" y="115805"/>
                  <a:pt x="83380" y="112708"/>
                  <a:pt x="83380" y="108857"/>
                </a:cubicBezTo>
                <a:cubicBezTo>
                  <a:pt x="83380" y="105007"/>
                  <a:pt x="80282" y="101909"/>
                  <a:pt x="76432" y="101909"/>
                </a:cubicBezTo>
                <a:lnTo>
                  <a:pt x="34742" y="101909"/>
                </a:ln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21" name="Text 19"/>
          <p:cNvSpPr/>
          <p:nvPr/>
        </p:nvSpPr>
        <p:spPr>
          <a:xfrm>
            <a:off x="930561" y="2935800"/>
            <a:ext cx="880122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Post Details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71157" y="3195204"/>
            <a:ext cx="3001678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Chi tiết bài viết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846929" y="2824627"/>
            <a:ext cx="3175643" cy="667040"/>
          </a:xfrm>
          <a:custGeom>
            <a:avLst/>
            <a:gdLst/>
            <a:ahLst/>
            <a:cxnLst/>
            <a:rect l="l" t="t" r="r" b="b"/>
            <a:pathLst>
              <a:path w="3175643" h="667040">
                <a:moveTo>
                  <a:pt x="32940" y="0"/>
                </a:moveTo>
                <a:lnTo>
                  <a:pt x="3027414" y="0"/>
                </a:lnTo>
                <a:cubicBezTo>
                  <a:pt x="3109279" y="0"/>
                  <a:pt x="3175643" y="66365"/>
                  <a:pt x="3175643" y="148230"/>
                </a:cubicBezTo>
                <a:lnTo>
                  <a:pt x="3175643" y="518810"/>
                </a:lnTo>
                <a:cubicBezTo>
                  <a:pt x="3175643" y="600675"/>
                  <a:pt x="3109279" y="667040"/>
                  <a:pt x="3027414" y="667040"/>
                </a:cubicBezTo>
                <a:lnTo>
                  <a:pt x="32940" y="667040"/>
                </a:lnTo>
                <a:cubicBezTo>
                  <a:pt x="14760" y="667040"/>
                  <a:pt x="0" y="652279"/>
                  <a:pt x="0" y="634099"/>
                </a:cubicBezTo>
                <a:lnTo>
                  <a:pt x="0" y="32940"/>
                </a:lnTo>
                <a:cubicBezTo>
                  <a:pt x="0" y="14760"/>
                  <a:pt x="14760" y="0"/>
                  <a:pt x="3294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846929" y="2824627"/>
            <a:ext cx="32940" cy="667040"/>
          </a:xfrm>
          <a:custGeom>
            <a:avLst/>
            <a:gdLst/>
            <a:ahLst/>
            <a:cxnLst/>
            <a:rect l="l" t="t" r="r" b="b"/>
            <a:pathLst>
              <a:path w="32940" h="667040">
                <a:moveTo>
                  <a:pt x="32940" y="0"/>
                </a:moveTo>
                <a:lnTo>
                  <a:pt x="32940" y="0"/>
                </a:lnTo>
                <a:lnTo>
                  <a:pt x="32940" y="667040"/>
                </a:lnTo>
                <a:lnTo>
                  <a:pt x="32940" y="667040"/>
                </a:lnTo>
                <a:cubicBezTo>
                  <a:pt x="14748" y="667040"/>
                  <a:pt x="0" y="652292"/>
                  <a:pt x="0" y="634099"/>
                </a:cubicBezTo>
                <a:lnTo>
                  <a:pt x="0" y="32940"/>
                </a:lnTo>
                <a:cubicBezTo>
                  <a:pt x="0" y="14748"/>
                  <a:pt x="14748" y="0"/>
                  <a:pt x="32940" y="0"/>
                </a:cubicBezTo>
                <a:close/>
              </a:path>
            </a:pathLst>
          </a:custGeom>
          <a:solidFill>
            <a:srgbClr val="FE9A00"/>
          </a:solidFill>
          <a:ln/>
        </p:spPr>
      </p:sp>
      <p:sp>
        <p:nvSpPr>
          <p:cNvPr id="25" name="Shape 23"/>
          <p:cNvSpPr/>
          <p:nvPr/>
        </p:nvSpPr>
        <p:spPr>
          <a:xfrm>
            <a:off x="3993101" y="2972858"/>
            <a:ext cx="148231" cy="148231"/>
          </a:xfrm>
          <a:custGeom>
            <a:avLst/>
            <a:gdLst/>
            <a:ahLst/>
            <a:cxnLst/>
            <a:rect l="l" t="t" r="r" b="b"/>
            <a:pathLst>
              <a:path w="148231" h="148231">
                <a:moveTo>
                  <a:pt x="74116" y="148231"/>
                </a:moveTo>
                <a:cubicBezTo>
                  <a:pt x="115021" y="148231"/>
                  <a:pt x="148231" y="115021"/>
                  <a:pt x="148231" y="74116"/>
                </a:cubicBezTo>
                <a:cubicBezTo>
                  <a:pt x="148231" y="33210"/>
                  <a:pt x="115021" y="0"/>
                  <a:pt x="74116" y="0"/>
                </a:cubicBezTo>
                <a:cubicBezTo>
                  <a:pt x="33210" y="0"/>
                  <a:pt x="0" y="33210"/>
                  <a:pt x="0" y="74116"/>
                </a:cubicBezTo>
                <a:cubicBezTo>
                  <a:pt x="0" y="115021"/>
                  <a:pt x="33210" y="148231"/>
                  <a:pt x="74116" y="148231"/>
                </a:cubicBezTo>
                <a:close/>
                <a:moveTo>
                  <a:pt x="67167" y="99593"/>
                </a:moveTo>
                <a:lnTo>
                  <a:pt x="67167" y="81064"/>
                </a:lnTo>
                <a:lnTo>
                  <a:pt x="48638" y="81064"/>
                </a:lnTo>
                <a:cubicBezTo>
                  <a:pt x="44788" y="81064"/>
                  <a:pt x="41690" y="77966"/>
                  <a:pt x="41690" y="74116"/>
                </a:cubicBezTo>
                <a:cubicBezTo>
                  <a:pt x="41690" y="70265"/>
                  <a:pt x="44788" y="67167"/>
                  <a:pt x="48638" y="67167"/>
                </a:cubicBezTo>
                <a:lnTo>
                  <a:pt x="67167" y="67167"/>
                </a:lnTo>
                <a:lnTo>
                  <a:pt x="67167" y="48638"/>
                </a:lnTo>
                <a:cubicBezTo>
                  <a:pt x="67167" y="44788"/>
                  <a:pt x="70265" y="41690"/>
                  <a:pt x="74116" y="41690"/>
                </a:cubicBezTo>
                <a:cubicBezTo>
                  <a:pt x="77966" y="41690"/>
                  <a:pt x="81064" y="44788"/>
                  <a:pt x="81064" y="48638"/>
                </a:cubicBezTo>
                <a:lnTo>
                  <a:pt x="81064" y="67167"/>
                </a:lnTo>
                <a:lnTo>
                  <a:pt x="99593" y="67167"/>
                </a:lnTo>
                <a:cubicBezTo>
                  <a:pt x="103443" y="67167"/>
                  <a:pt x="106541" y="70265"/>
                  <a:pt x="106541" y="74116"/>
                </a:cubicBezTo>
                <a:cubicBezTo>
                  <a:pt x="106541" y="77966"/>
                  <a:pt x="103443" y="81064"/>
                  <a:pt x="99593" y="81064"/>
                </a:cubicBezTo>
                <a:lnTo>
                  <a:pt x="81064" y="81064"/>
                </a:lnTo>
                <a:lnTo>
                  <a:pt x="81064" y="99593"/>
                </a:lnTo>
                <a:cubicBezTo>
                  <a:pt x="81064" y="103443"/>
                  <a:pt x="77966" y="106541"/>
                  <a:pt x="74116" y="106541"/>
                </a:cubicBezTo>
                <a:cubicBezTo>
                  <a:pt x="70265" y="106541"/>
                  <a:pt x="67167" y="103443"/>
                  <a:pt x="67167" y="99593"/>
                </a:cubicBezTo>
                <a:close/>
              </a:path>
            </a:pathLst>
          </a:custGeom>
          <a:solidFill>
            <a:srgbClr val="FE9A00"/>
          </a:solidFill>
          <a:ln/>
        </p:spPr>
      </p:sp>
      <p:sp>
        <p:nvSpPr>
          <p:cNvPr id="26" name="Text 24"/>
          <p:cNvSpPr/>
          <p:nvPr/>
        </p:nvSpPr>
        <p:spPr>
          <a:xfrm>
            <a:off x="4233977" y="2935800"/>
            <a:ext cx="833799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Post Modal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974572" y="3195204"/>
            <a:ext cx="3001678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Tạo bài viết mới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43514" y="3602839"/>
            <a:ext cx="6483048" cy="667040"/>
          </a:xfrm>
          <a:custGeom>
            <a:avLst/>
            <a:gdLst/>
            <a:ahLst/>
            <a:cxnLst/>
            <a:rect l="l" t="t" r="r" b="b"/>
            <a:pathLst>
              <a:path w="6483048" h="667040">
                <a:moveTo>
                  <a:pt x="32940" y="0"/>
                </a:moveTo>
                <a:lnTo>
                  <a:pt x="6334818" y="0"/>
                </a:lnTo>
                <a:cubicBezTo>
                  <a:pt x="6416683" y="0"/>
                  <a:pt x="6483048" y="66365"/>
                  <a:pt x="6483048" y="148230"/>
                </a:cubicBezTo>
                <a:lnTo>
                  <a:pt x="6483048" y="518810"/>
                </a:lnTo>
                <a:cubicBezTo>
                  <a:pt x="6483048" y="600675"/>
                  <a:pt x="6416683" y="667040"/>
                  <a:pt x="6334818" y="667040"/>
                </a:cubicBezTo>
                <a:lnTo>
                  <a:pt x="32940" y="667040"/>
                </a:lnTo>
                <a:cubicBezTo>
                  <a:pt x="14760" y="667040"/>
                  <a:pt x="0" y="652279"/>
                  <a:pt x="0" y="634099"/>
                </a:cubicBezTo>
                <a:lnTo>
                  <a:pt x="0" y="32940"/>
                </a:lnTo>
                <a:cubicBezTo>
                  <a:pt x="0" y="14760"/>
                  <a:pt x="14760" y="0"/>
                  <a:pt x="3294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43514" y="3602839"/>
            <a:ext cx="32940" cy="667040"/>
          </a:xfrm>
          <a:custGeom>
            <a:avLst/>
            <a:gdLst/>
            <a:ahLst/>
            <a:cxnLst/>
            <a:rect l="l" t="t" r="r" b="b"/>
            <a:pathLst>
              <a:path w="32940" h="667040">
                <a:moveTo>
                  <a:pt x="32940" y="0"/>
                </a:moveTo>
                <a:lnTo>
                  <a:pt x="32940" y="0"/>
                </a:lnTo>
                <a:lnTo>
                  <a:pt x="32940" y="667040"/>
                </a:lnTo>
                <a:lnTo>
                  <a:pt x="32940" y="667040"/>
                </a:lnTo>
                <a:cubicBezTo>
                  <a:pt x="14748" y="667040"/>
                  <a:pt x="0" y="652292"/>
                  <a:pt x="0" y="634099"/>
                </a:cubicBezTo>
                <a:lnTo>
                  <a:pt x="0" y="32940"/>
                </a:lnTo>
                <a:cubicBezTo>
                  <a:pt x="0" y="14748"/>
                  <a:pt x="14748" y="0"/>
                  <a:pt x="32940" y="0"/>
                </a:cubicBezTo>
                <a:close/>
              </a:path>
            </a:pathLst>
          </a:custGeom>
          <a:solidFill>
            <a:srgbClr val="FF2056"/>
          </a:solidFill>
          <a:ln/>
        </p:spPr>
      </p:sp>
      <p:sp>
        <p:nvSpPr>
          <p:cNvPr id="30" name="Shape 28"/>
          <p:cNvSpPr/>
          <p:nvPr/>
        </p:nvSpPr>
        <p:spPr>
          <a:xfrm>
            <a:off x="698950" y="3751070"/>
            <a:ext cx="129702" cy="148231"/>
          </a:xfrm>
          <a:custGeom>
            <a:avLst/>
            <a:gdLst/>
            <a:ahLst/>
            <a:cxnLst/>
            <a:rect l="l" t="t" r="r" b="b"/>
            <a:pathLst>
              <a:path w="129702" h="148231">
                <a:moveTo>
                  <a:pt x="64851" y="71799"/>
                </a:moveTo>
                <a:cubicBezTo>
                  <a:pt x="84025" y="71799"/>
                  <a:pt x="99593" y="56232"/>
                  <a:pt x="99593" y="37058"/>
                </a:cubicBezTo>
                <a:cubicBezTo>
                  <a:pt x="99593" y="17883"/>
                  <a:pt x="84025" y="2316"/>
                  <a:pt x="64851" y="2316"/>
                </a:cubicBezTo>
                <a:cubicBezTo>
                  <a:pt x="45677" y="2316"/>
                  <a:pt x="30109" y="17883"/>
                  <a:pt x="30109" y="37058"/>
                </a:cubicBezTo>
                <a:cubicBezTo>
                  <a:pt x="30109" y="56232"/>
                  <a:pt x="45677" y="71799"/>
                  <a:pt x="64851" y="71799"/>
                </a:cubicBezTo>
                <a:close/>
                <a:moveTo>
                  <a:pt x="56253" y="88012"/>
                </a:moveTo>
                <a:cubicBezTo>
                  <a:pt x="27735" y="88012"/>
                  <a:pt x="4632" y="111115"/>
                  <a:pt x="4632" y="139632"/>
                </a:cubicBezTo>
                <a:cubicBezTo>
                  <a:pt x="4632" y="144380"/>
                  <a:pt x="8483" y="148231"/>
                  <a:pt x="13231" y="148231"/>
                </a:cubicBezTo>
                <a:lnTo>
                  <a:pt x="116471" y="148231"/>
                </a:lnTo>
                <a:cubicBezTo>
                  <a:pt x="121219" y="148231"/>
                  <a:pt x="125070" y="144380"/>
                  <a:pt x="125070" y="139632"/>
                </a:cubicBezTo>
                <a:cubicBezTo>
                  <a:pt x="125070" y="111115"/>
                  <a:pt x="101967" y="88012"/>
                  <a:pt x="73450" y="88012"/>
                </a:cubicBezTo>
                <a:lnTo>
                  <a:pt x="56253" y="88012"/>
                </a:lnTo>
                <a:close/>
              </a:path>
            </a:pathLst>
          </a:custGeom>
          <a:solidFill>
            <a:srgbClr val="FF2056"/>
          </a:solidFill>
          <a:ln/>
        </p:spPr>
      </p:sp>
      <p:sp>
        <p:nvSpPr>
          <p:cNvPr id="31" name="Text 29"/>
          <p:cNvSpPr/>
          <p:nvPr/>
        </p:nvSpPr>
        <p:spPr>
          <a:xfrm>
            <a:off x="930561" y="3714013"/>
            <a:ext cx="1324815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Name Input Modal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71157" y="3973417"/>
            <a:ext cx="6309082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Nhập tên ngườidùng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331644" y="1523485"/>
            <a:ext cx="4482958" cy="2491104"/>
          </a:xfrm>
          <a:custGeom>
            <a:avLst/>
            <a:gdLst/>
            <a:ahLst/>
            <a:cxnLst/>
            <a:rect l="l" t="t" r="r" b="b"/>
            <a:pathLst>
              <a:path w="4482958" h="2491104">
                <a:moveTo>
                  <a:pt x="222356" y="0"/>
                </a:moveTo>
                <a:lnTo>
                  <a:pt x="4260602" y="0"/>
                </a:lnTo>
                <a:cubicBezTo>
                  <a:pt x="4383406" y="0"/>
                  <a:pt x="4482958" y="99552"/>
                  <a:pt x="4482958" y="222356"/>
                </a:cubicBezTo>
                <a:lnTo>
                  <a:pt x="4482958" y="2268748"/>
                </a:lnTo>
                <a:cubicBezTo>
                  <a:pt x="4482958" y="2391552"/>
                  <a:pt x="4383406" y="2491104"/>
                  <a:pt x="4260602" y="2491104"/>
                </a:cubicBezTo>
                <a:lnTo>
                  <a:pt x="222356" y="2491104"/>
                </a:lnTo>
                <a:cubicBezTo>
                  <a:pt x="99552" y="2491104"/>
                  <a:pt x="0" y="2391552"/>
                  <a:pt x="0" y="2268748"/>
                </a:cubicBezTo>
                <a:lnTo>
                  <a:pt x="0" y="222356"/>
                </a:lnTo>
                <a:cubicBezTo>
                  <a:pt x="0" y="99634"/>
                  <a:pt x="99634" y="0"/>
                  <a:pt x="222356" y="0"/>
                </a:cubicBezTo>
                <a:close/>
              </a:path>
            </a:pathLst>
          </a:custGeom>
          <a:solidFill>
            <a:srgbClr val="FFFFFF"/>
          </a:solidFill>
          <a:ln w="11289">
            <a:solidFill>
              <a:srgbClr val="E5E7EB"/>
            </a:solidFill>
            <a:prstDash val="solid"/>
          </a:ln>
          <a:effectLst>
            <a:outerShdw blurRad="222347" dist="37058" dir="5400000" algn="bl" rotWithShape="0">
              <a:srgbClr val="000000">
                <a:alpha val="7843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507154" y="1722159"/>
            <a:ext cx="166760" cy="166760"/>
          </a:xfrm>
          <a:custGeom>
            <a:avLst/>
            <a:gdLst/>
            <a:ahLst/>
            <a:cxnLst/>
            <a:rect l="l" t="t" r="r" b="b"/>
            <a:pathLst>
              <a:path w="166760" h="166760">
                <a:moveTo>
                  <a:pt x="73055" y="-814"/>
                </a:moveTo>
                <a:cubicBezTo>
                  <a:pt x="79504" y="-4527"/>
                  <a:pt x="87451" y="-4527"/>
                  <a:pt x="93900" y="-814"/>
                </a:cubicBezTo>
                <a:lnTo>
                  <a:pt x="151191" y="32245"/>
                </a:lnTo>
                <a:cubicBezTo>
                  <a:pt x="157640" y="35958"/>
                  <a:pt x="161614" y="42862"/>
                  <a:pt x="161614" y="50289"/>
                </a:cubicBezTo>
                <a:lnTo>
                  <a:pt x="161614" y="116406"/>
                </a:lnTo>
                <a:cubicBezTo>
                  <a:pt x="161614" y="123865"/>
                  <a:pt x="157640" y="130737"/>
                  <a:pt x="151191" y="134450"/>
                </a:cubicBezTo>
                <a:lnTo>
                  <a:pt x="93900" y="167574"/>
                </a:lnTo>
                <a:cubicBezTo>
                  <a:pt x="87451" y="171287"/>
                  <a:pt x="79504" y="171287"/>
                  <a:pt x="73055" y="167574"/>
                </a:cubicBezTo>
                <a:lnTo>
                  <a:pt x="15797" y="134515"/>
                </a:lnTo>
                <a:cubicBezTo>
                  <a:pt x="9348" y="130802"/>
                  <a:pt x="5374" y="123897"/>
                  <a:pt x="5374" y="116471"/>
                </a:cubicBezTo>
                <a:lnTo>
                  <a:pt x="5374" y="50354"/>
                </a:lnTo>
                <a:cubicBezTo>
                  <a:pt x="5374" y="42895"/>
                  <a:pt x="9348" y="36023"/>
                  <a:pt x="15797" y="32310"/>
                </a:cubicBezTo>
                <a:lnTo>
                  <a:pt x="73055" y="-814"/>
                </a:lnTo>
                <a:close/>
                <a:moveTo>
                  <a:pt x="140736" y="116439"/>
                </a:moveTo>
                <a:lnTo>
                  <a:pt x="140736" y="62340"/>
                </a:lnTo>
                <a:lnTo>
                  <a:pt x="93900" y="89373"/>
                </a:lnTo>
                <a:lnTo>
                  <a:pt x="93900" y="143472"/>
                </a:lnTo>
                <a:lnTo>
                  <a:pt x="140736" y="116439"/>
                </a:lnTo>
                <a:close/>
              </a:path>
            </a:pathLst>
          </a:custGeom>
          <a:solidFill>
            <a:srgbClr val="00B8DB"/>
          </a:solidFill>
          <a:ln/>
        </p:spPr>
      </p:sp>
      <p:sp>
        <p:nvSpPr>
          <p:cNvPr id="35" name="Text 33"/>
          <p:cNvSpPr/>
          <p:nvPr/>
        </p:nvSpPr>
        <p:spPr>
          <a:xfrm>
            <a:off x="7697075" y="1675836"/>
            <a:ext cx="4048559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3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Công nghệ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483993" y="2046414"/>
            <a:ext cx="4178261" cy="555866"/>
          </a:xfrm>
          <a:custGeom>
            <a:avLst/>
            <a:gdLst/>
            <a:ahLst/>
            <a:cxnLst/>
            <a:rect l="l" t="t" r="r" b="b"/>
            <a:pathLst>
              <a:path w="4178261" h="555866">
                <a:moveTo>
                  <a:pt x="111173" y="0"/>
                </a:moveTo>
                <a:lnTo>
                  <a:pt x="4067088" y="0"/>
                </a:lnTo>
                <a:cubicBezTo>
                  <a:pt x="4128487" y="0"/>
                  <a:pt x="4178261" y="49774"/>
                  <a:pt x="4178261" y="111173"/>
                </a:cubicBezTo>
                <a:lnTo>
                  <a:pt x="4178261" y="444693"/>
                </a:lnTo>
                <a:cubicBezTo>
                  <a:pt x="4178261" y="506092"/>
                  <a:pt x="4128487" y="555866"/>
                  <a:pt x="4067088" y="555866"/>
                </a:cubicBezTo>
                <a:lnTo>
                  <a:pt x="111173" y="555866"/>
                </a:lnTo>
                <a:cubicBezTo>
                  <a:pt x="49774" y="555866"/>
                  <a:pt x="0" y="506092"/>
                  <a:pt x="0" y="444693"/>
                </a:cubicBezTo>
                <a:lnTo>
                  <a:pt x="0" y="111173"/>
                </a:lnTo>
                <a:cubicBezTo>
                  <a:pt x="0" y="49774"/>
                  <a:pt x="49774" y="0"/>
                  <a:pt x="111173" y="0"/>
                </a:cubicBezTo>
                <a:close/>
              </a:path>
            </a:pathLst>
          </a:custGeom>
          <a:solidFill>
            <a:srgbClr val="ECFEFF"/>
          </a:solidFill>
          <a:ln/>
        </p:spPr>
      </p:sp>
      <p:sp>
        <p:nvSpPr>
          <p:cNvPr id="37" name="Shape 35"/>
          <p:cNvSpPr/>
          <p:nvPr/>
        </p:nvSpPr>
        <p:spPr>
          <a:xfrm>
            <a:off x="7581270" y="2231703"/>
            <a:ext cx="185289" cy="185289"/>
          </a:xfrm>
          <a:custGeom>
            <a:avLst/>
            <a:gdLst/>
            <a:ahLst/>
            <a:cxnLst/>
            <a:rect l="l" t="t" r="r" b="b"/>
            <a:pathLst>
              <a:path w="185289" h="185289">
                <a:moveTo>
                  <a:pt x="151343" y="64127"/>
                </a:moveTo>
                <a:cubicBezTo>
                  <a:pt x="149389" y="63476"/>
                  <a:pt x="147435" y="62861"/>
                  <a:pt x="145481" y="62282"/>
                </a:cubicBezTo>
                <a:cubicBezTo>
                  <a:pt x="145806" y="60943"/>
                  <a:pt x="146096" y="59604"/>
                  <a:pt x="146385" y="58265"/>
                </a:cubicBezTo>
                <a:cubicBezTo>
                  <a:pt x="150837" y="36696"/>
                  <a:pt x="147905" y="19361"/>
                  <a:pt x="138026" y="13643"/>
                </a:cubicBezTo>
                <a:cubicBezTo>
                  <a:pt x="128508" y="8179"/>
                  <a:pt x="112983" y="13860"/>
                  <a:pt x="97277" y="27540"/>
                </a:cubicBezTo>
                <a:cubicBezTo>
                  <a:pt x="95720" y="28879"/>
                  <a:pt x="94201" y="30290"/>
                  <a:pt x="92753" y="31702"/>
                </a:cubicBezTo>
                <a:cubicBezTo>
                  <a:pt x="91776" y="30761"/>
                  <a:pt x="90763" y="29820"/>
                  <a:pt x="89749" y="28915"/>
                </a:cubicBezTo>
                <a:cubicBezTo>
                  <a:pt x="73283" y="14295"/>
                  <a:pt x="56781" y="8143"/>
                  <a:pt x="46901" y="13897"/>
                </a:cubicBezTo>
                <a:cubicBezTo>
                  <a:pt x="37420" y="19397"/>
                  <a:pt x="34597" y="35719"/>
                  <a:pt x="38578" y="56129"/>
                </a:cubicBezTo>
                <a:cubicBezTo>
                  <a:pt x="38976" y="58156"/>
                  <a:pt x="39410" y="60146"/>
                  <a:pt x="39917" y="62173"/>
                </a:cubicBezTo>
                <a:cubicBezTo>
                  <a:pt x="37601" y="62824"/>
                  <a:pt x="35321" y="63548"/>
                  <a:pt x="33186" y="64308"/>
                </a:cubicBezTo>
                <a:cubicBezTo>
                  <a:pt x="13860" y="71003"/>
                  <a:pt x="0" y="81570"/>
                  <a:pt x="0" y="92500"/>
                </a:cubicBezTo>
                <a:cubicBezTo>
                  <a:pt x="0" y="103791"/>
                  <a:pt x="14765" y="115118"/>
                  <a:pt x="34850" y="121994"/>
                </a:cubicBezTo>
                <a:cubicBezTo>
                  <a:pt x="36479" y="122537"/>
                  <a:pt x="38107" y="123080"/>
                  <a:pt x="39772" y="123550"/>
                </a:cubicBezTo>
                <a:cubicBezTo>
                  <a:pt x="39229" y="125721"/>
                  <a:pt x="38759" y="127856"/>
                  <a:pt x="38324" y="130064"/>
                </a:cubicBezTo>
                <a:cubicBezTo>
                  <a:pt x="34525" y="150149"/>
                  <a:pt x="37492" y="166072"/>
                  <a:pt x="46974" y="171537"/>
                </a:cubicBezTo>
                <a:cubicBezTo>
                  <a:pt x="56745" y="177182"/>
                  <a:pt x="73175" y="171392"/>
                  <a:pt x="89170" y="157387"/>
                </a:cubicBezTo>
                <a:cubicBezTo>
                  <a:pt x="90437" y="156265"/>
                  <a:pt x="91703" y="155107"/>
                  <a:pt x="92970" y="153877"/>
                </a:cubicBezTo>
                <a:cubicBezTo>
                  <a:pt x="94562" y="155433"/>
                  <a:pt x="96227" y="156916"/>
                  <a:pt x="97892" y="158364"/>
                </a:cubicBezTo>
                <a:cubicBezTo>
                  <a:pt x="113381" y="171682"/>
                  <a:pt x="128689" y="177074"/>
                  <a:pt x="138134" y="171609"/>
                </a:cubicBezTo>
                <a:cubicBezTo>
                  <a:pt x="147905" y="165964"/>
                  <a:pt x="151090" y="148846"/>
                  <a:pt x="146964" y="128001"/>
                </a:cubicBezTo>
                <a:cubicBezTo>
                  <a:pt x="146639" y="126409"/>
                  <a:pt x="146277" y="124780"/>
                  <a:pt x="145879" y="123116"/>
                </a:cubicBezTo>
                <a:cubicBezTo>
                  <a:pt x="147037" y="122790"/>
                  <a:pt x="148159" y="122428"/>
                  <a:pt x="149280" y="122066"/>
                </a:cubicBezTo>
                <a:cubicBezTo>
                  <a:pt x="170162" y="115154"/>
                  <a:pt x="185289" y="103972"/>
                  <a:pt x="185289" y="92500"/>
                </a:cubicBezTo>
                <a:cubicBezTo>
                  <a:pt x="185289" y="81534"/>
                  <a:pt x="171030" y="70895"/>
                  <a:pt x="151343" y="64127"/>
                </a:cubicBezTo>
                <a:close/>
                <a:moveTo>
                  <a:pt x="102379" y="33403"/>
                </a:moveTo>
                <a:cubicBezTo>
                  <a:pt x="115842" y="21677"/>
                  <a:pt x="128399" y="17081"/>
                  <a:pt x="134117" y="20375"/>
                </a:cubicBezTo>
                <a:cubicBezTo>
                  <a:pt x="140233" y="23885"/>
                  <a:pt x="142585" y="38071"/>
                  <a:pt x="138749" y="56708"/>
                </a:cubicBezTo>
                <a:cubicBezTo>
                  <a:pt x="138496" y="57939"/>
                  <a:pt x="138243" y="59133"/>
                  <a:pt x="137917" y="60327"/>
                </a:cubicBezTo>
                <a:cubicBezTo>
                  <a:pt x="129883" y="58518"/>
                  <a:pt x="121741" y="57215"/>
                  <a:pt x="113562" y="56491"/>
                </a:cubicBezTo>
                <a:cubicBezTo>
                  <a:pt x="108857" y="49760"/>
                  <a:pt x="103718" y="43318"/>
                  <a:pt x="98145" y="37275"/>
                </a:cubicBezTo>
                <a:cubicBezTo>
                  <a:pt x="99557" y="35936"/>
                  <a:pt x="100932" y="34669"/>
                  <a:pt x="102379" y="33403"/>
                </a:cubicBezTo>
                <a:close/>
                <a:moveTo>
                  <a:pt x="60508" y="111282"/>
                </a:moveTo>
                <a:cubicBezTo>
                  <a:pt x="62354" y="114430"/>
                  <a:pt x="64236" y="117579"/>
                  <a:pt x="66226" y="120655"/>
                </a:cubicBezTo>
                <a:cubicBezTo>
                  <a:pt x="60581" y="120040"/>
                  <a:pt x="54971" y="119135"/>
                  <a:pt x="49434" y="117941"/>
                </a:cubicBezTo>
                <a:cubicBezTo>
                  <a:pt x="51027" y="112729"/>
                  <a:pt x="53017" y="107337"/>
                  <a:pt x="55333" y="101836"/>
                </a:cubicBezTo>
                <a:cubicBezTo>
                  <a:pt x="56998" y="105021"/>
                  <a:pt x="58699" y="108170"/>
                  <a:pt x="60508" y="111282"/>
                </a:cubicBezTo>
                <a:close/>
                <a:moveTo>
                  <a:pt x="49543" y="67746"/>
                </a:moveTo>
                <a:cubicBezTo>
                  <a:pt x="54754" y="66588"/>
                  <a:pt x="60291" y="65647"/>
                  <a:pt x="66045" y="64923"/>
                </a:cubicBezTo>
                <a:cubicBezTo>
                  <a:pt x="64127" y="67927"/>
                  <a:pt x="62245" y="71003"/>
                  <a:pt x="60472" y="74116"/>
                </a:cubicBezTo>
                <a:cubicBezTo>
                  <a:pt x="58699" y="77192"/>
                  <a:pt x="56962" y="80340"/>
                  <a:pt x="55333" y="83525"/>
                </a:cubicBezTo>
                <a:cubicBezTo>
                  <a:pt x="53053" y="78133"/>
                  <a:pt x="51135" y="72849"/>
                  <a:pt x="49543" y="67746"/>
                </a:cubicBezTo>
                <a:close/>
                <a:moveTo>
                  <a:pt x="59459" y="92681"/>
                </a:moveTo>
                <a:cubicBezTo>
                  <a:pt x="61847" y="87686"/>
                  <a:pt x="64453" y="82801"/>
                  <a:pt x="67203" y="77988"/>
                </a:cubicBezTo>
                <a:cubicBezTo>
                  <a:pt x="69954" y="73175"/>
                  <a:pt x="72921" y="68506"/>
                  <a:pt x="76034" y="63910"/>
                </a:cubicBezTo>
                <a:cubicBezTo>
                  <a:pt x="81462" y="63512"/>
                  <a:pt x="86999" y="63295"/>
                  <a:pt x="92644" y="63295"/>
                </a:cubicBezTo>
                <a:cubicBezTo>
                  <a:pt x="98290" y="63295"/>
                  <a:pt x="103863" y="63512"/>
                  <a:pt x="109255" y="63910"/>
                </a:cubicBezTo>
                <a:cubicBezTo>
                  <a:pt x="112331" y="68470"/>
                  <a:pt x="115263" y="73138"/>
                  <a:pt x="118049" y="77915"/>
                </a:cubicBezTo>
                <a:cubicBezTo>
                  <a:pt x="120836" y="82692"/>
                  <a:pt x="123441" y="87578"/>
                  <a:pt x="125902" y="92536"/>
                </a:cubicBezTo>
                <a:cubicBezTo>
                  <a:pt x="123478" y="97530"/>
                  <a:pt x="120872" y="102452"/>
                  <a:pt x="118085" y="107301"/>
                </a:cubicBezTo>
                <a:cubicBezTo>
                  <a:pt x="115335" y="112114"/>
                  <a:pt x="112404" y="116783"/>
                  <a:pt x="109328" y="121415"/>
                </a:cubicBezTo>
                <a:cubicBezTo>
                  <a:pt x="103935" y="121813"/>
                  <a:pt x="98326" y="121994"/>
                  <a:pt x="92644" y="121994"/>
                </a:cubicBezTo>
                <a:cubicBezTo>
                  <a:pt x="86963" y="121994"/>
                  <a:pt x="81462" y="121813"/>
                  <a:pt x="76142" y="121487"/>
                </a:cubicBezTo>
                <a:cubicBezTo>
                  <a:pt x="72994" y="116891"/>
                  <a:pt x="70026" y="112187"/>
                  <a:pt x="67240" y="107373"/>
                </a:cubicBezTo>
                <a:cubicBezTo>
                  <a:pt x="64453" y="102560"/>
                  <a:pt x="61884" y="97675"/>
                  <a:pt x="59459" y="92681"/>
                </a:cubicBezTo>
                <a:close/>
                <a:moveTo>
                  <a:pt x="124817" y="111209"/>
                </a:moveTo>
                <a:cubicBezTo>
                  <a:pt x="126662" y="108025"/>
                  <a:pt x="128399" y="104804"/>
                  <a:pt x="130100" y="101547"/>
                </a:cubicBezTo>
                <a:cubicBezTo>
                  <a:pt x="132416" y="106794"/>
                  <a:pt x="134443" y="112114"/>
                  <a:pt x="136216" y="117579"/>
                </a:cubicBezTo>
                <a:cubicBezTo>
                  <a:pt x="130607" y="118845"/>
                  <a:pt x="124925" y="119822"/>
                  <a:pt x="119207" y="120474"/>
                </a:cubicBezTo>
                <a:cubicBezTo>
                  <a:pt x="121161" y="117434"/>
                  <a:pt x="123007" y="114322"/>
                  <a:pt x="124817" y="111209"/>
                </a:cubicBezTo>
                <a:close/>
                <a:moveTo>
                  <a:pt x="130028" y="83525"/>
                </a:moveTo>
                <a:cubicBezTo>
                  <a:pt x="128327" y="80340"/>
                  <a:pt x="126590" y="77155"/>
                  <a:pt x="124780" y="74043"/>
                </a:cubicBezTo>
                <a:cubicBezTo>
                  <a:pt x="123007" y="70967"/>
                  <a:pt x="121161" y="67927"/>
                  <a:pt x="119243" y="64923"/>
                </a:cubicBezTo>
                <a:cubicBezTo>
                  <a:pt x="125070" y="65647"/>
                  <a:pt x="130643" y="66624"/>
                  <a:pt x="135854" y="67819"/>
                </a:cubicBezTo>
                <a:cubicBezTo>
                  <a:pt x="134190" y="73175"/>
                  <a:pt x="132235" y="78386"/>
                  <a:pt x="130028" y="83525"/>
                </a:cubicBezTo>
                <a:close/>
                <a:moveTo>
                  <a:pt x="92717" y="42812"/>
                </a:moveTo>
                <a:cubicBezTo>
                  <a:pt x="96517" y="46937"/>
                  <a:pt x="100099" y="51280"/>
                  <a:pt x="103429" y="55768"/>
                </a:cubicBezTo>
                <a:cubicBezTo>
                  <a:pt x="96263" y="55442"/>
                  <a:pt x="89062" y="55442"/>
                  <a:pt x="81896" y="55768"/>
                </a:cubicBezTo>
                <a:cubicBezTo>
                  <a:pt x="85443" y="51099"/>
                  <a:pt x="89098" y="46756"/>
                  <a:pt x="92717" y="42812"/>
                </a:cubicBezTo>
                <a:close/>
                <a:moveTo>
                  <a:pt x="50737" y="20628"/>
                </a:moveTo>
                <a:cubicBezTo>
                  <a:pt x="56817" y="17081"/>
                  <a:pt x="70316" y="22148"/>
                  <a:pt x="84538" y="34742"/>
                </a:cubicBezTo>
                <a:cubicBezTo>
                  <a:pt x="85443" y="35538"/>
                  <a:pt x="86347" y="36406"/>
                  <a:pt x="87288" y="37275"/>
                </a:cubicBezTo>
                <a:cubicBezTo>
                  <a:pt x="81679" y="43318"/>
                  <a:pt x="76504" y="49760"/>
                  <a:pt x="71763" y="56491"/>
                </a:cubicBezTo>
                <a:cubicBezTo>
                  <a:pt x="63584" y="57215"/>
                  <a:pt x="55478" y="58482"/>
                  <a:pt x="47444" y="60255"/>
                </a:cubicBezTo>
                <a:cubicBezTo>
                  <a:pt x="46974" y="58409"/>
                  <a:pt x="46576" y="56528"/>
                  <a:pt x="46177" y="54646"/>
                </a:cubicBezTo>
                <a:cubicBezTo>
                  <a:pt x="42776" y="37130"/>
                  <a:pt x="45019" y="23921"/>
                  <a:pt x="50737" y="20628"/>
                </a:cubicBezTo>
                <a:close/>
                <a:moveTo>
                  <a:pt x="41871" y="116023"/>
                </a:moveTo>
                <a:cubicBezTo>
                  <a:pt x="40351" y="115588"/>
                  <a:pt x="38867" y="115118"/>
                  <a:pt x="37383" y="114611"/>
                </a:cubicBezTo>
                <a:cubicBezTo>
                  <a:pt x="29675" y="112187"/>
                  <a:pt x="20917" y="108350"/>
                  <a:pt x="14584" y="103320"/>
                </a:cubicBezTo>
                <a:cubicBezTo>
                  <a:pt x="10929" y="100787"/>
                  <a:pt x="8468" y="96879"/>
                  <a:pt x="7781" y="92500"/>
                </a:cubicBezTo>
                <a:cubicBezTo>
                  <a:pt x="7781" y="85877"/>
                  <a:pt x="19216" y="77409"/>
                  <a:pt x="35719" y="71655"/>
                </a:cubicBezTo>
                <a:cubicBezTo>
                  <a:pt x="37782" y="70931"/>
                  <a:pt x="39881" y="70279"/>
                  <a:pt x="41979" y="69664"/>
                </a:cubicBezTo>
                <a:cubicBezTo>
                  <a:pt x="44440" y="77517"/>
                  <a:pt x="47408" y="85226"/>
                  <a:pt x="50846" y="92681"/>
                </a:cubicBezTo>
                <a:cubicBezTo>
                  <a:pt x="47372" y="100244"/>
                  <a:pt x="44368" y="108061"/>
                  <a:pt x="41871" y="116023"/>
                </a:cubicBezTo>
                <a:close/>
                <a:moveTo>
                  <a:pt x="84068" y="151488"/>
                </a:moveTo>
                <a:cubicBezTo>
                  <a:pt x="78096" y="156953"/>
                  <a:pt x="71184" y="161295"/>
                  <a:pt x="63657" y="164263"/>
                </a:cubicBezTo>
                <a:cubicBezTo>
                  <a:pt x="59640" y="166181"/>
                  <a:pt x="55008" y="166362"/>
                  <a:pt x="50882" y="164733"/>
                </a:cubicBezTo>
                <a:cubicBezTo>
                  <a:pt x="45128" y="161404"/>
                  <a:pt x="42739" y="148629"/>
                  <a:pt x="45996" y="131439"/>
                </a:cubicBezTo>
                <a:cubicBezTo>
                  <a:pt x="46395" y="129413"/>
                  <a:pt x="46829" y="127386"/>
                  <a:pt x="47335" y="125396"/>
                </a:cubicBezTo>
                <a:cubicBezTo>
                  <a:pt x="55442" y="127133"/>
                  <a:pt x="63621" y="128327"/>
                  <a:pt x="71908" y="128942"/>
                </a:cubicBezTo>
                <a:cubicBezTo>
                  <a:pt x="76685" y="135710"/>
                  <a:pt x="81932" y="142187"/>
                  <a:pt x="87542" y="148267"/>
                </a:cubicBezTo>
                <a:cubicBezTo>
                  <a:pt x="86384" y="149389"/>
                  <a:pt x="85226" y="150475"/>
                  <a:pt x="84068" y="151488"/>
                </a:cubicBezTo>
                <a:close/>
                <a:moveTo>
                  <a:pt x="92934" y="142694"/>
                </a:moveTo>
                <a:cubicBezTo>
                  <a:pt x="89243" y="138713"/>
                  <a:pt x="85551" y="134298"/>
                  <a:pt x="81969" y="129557"/>
                </a:cubicBezTo>
                <a:cubicBezTo>
                  <a:pt x="85443" y="129702"/>
                  <a:pt x="89025" y="129775"/>
                  <a:pt x="92644" y="129775"/>
                </a:cubicBezTo>
                <a:cubicBezTo>
                  <a:pt x="96372" y="129775"/>
                  <a:pt x="100027" y="129702"/>
                  <a:pt x="103646" y="129521"/>
                </a:cubicBezTo>
                <a:cubicBezTo>
                  <a:pt x="100316" y="134117"/>
                  <a:pt x="96734" y="138496"/>
                  <a:pt x="92934" y="142694"/>
                </a:cubicBezTo>
                <a:close/>
                <a:moveTo>
                  <a:pt x="140233" y="153551"/>
                </a:moveTo>
                <a:cubicBezTo>
                  <a:pt x="139907" y="157966"/>
                  <a:pt x="137736" y="162091"/>
                  <a:pt x="134262" y="164878"/>
                </a:cubicBezTo>
                <a:cubicBezTo>
                  <a:pt x="128508" y="168207"/>
                  <a:pt x="116240" y="163865"/>
                  <a:pt x="102994" y="152501"/>
                </a:cubicBezTo>
                <a:cubicBezTo>
                  <a:pt x="101475" y="151199"/>
                  <a:pt x="99955" y="149787"/>
                  <a:pt x="98398" y="148340"/>
                </a:cubicBezTo>
                <a:cubicBezTo>
                  <a:pt x="103935" y="142224"/>
                  <a:pt x="109038" y="135746"/>
                  <a:pt x="113670" y="128942"/>
                </a:cubicBezTo>
                <a:cubicBezTo>
                  <a:pt x="121958" y="128255"/>
                  <a:pt x="130209" y="126988"/>
                  <a:pt x="138351" y="125142"/>
                </a:cubicBezTo>
                <a:cubicBezTo>
                  <a:pt x="138713" y="126626"/>
                  <a:pt x="139039" y="128110"/>
                  <a:pt x="139328" y="129557"/>
                </a:cubicBezTo>
                <a:cubicBezTo>
                  <a:pt x="141102" y="137374"/>
                  <a:pt x="141391" y="145517"/>
                  <a:pt x="140233" y="153551"/>
                </a:cubicBezTo>
                <a:close/>
                <a:moveTo>
                  <a:pt x="146820" y="114647"/>
                </a:moveTo>
                <a:cubicBezTo>
                  <a:pt x="145806" y="114973"/>
                  <a:pt x="144793" y="115299"/>
                  <a:pt x="143744" y="115588"/>
                </a:cubicBezTo>
                <a:cubicBezTo>
                  <a:pt x="141210" y="107699"/>
                  <a:pt x="138098" y="99991"/>
                  <a:pt x="134515" y="92500"/>
                </a:cubicBezTo>
                <a:cubicBezTo>
                  <a:pt x="137989" y="85117"/>
                  <a:pt x="140921" y="77517"/>
                  <a:pt x="143382" y="69737"/>
                </a:cubicBezTo>
                <a:cubicBezTo>
                  <a:pt x="145263" y="70279"/>
                  <a:pt x="147073" y="70858"/>
                  <a:pt x="148810" y="71438"/>
                </a:cubicBezTo>
                <a:cubicBezTo>
                  <a:pt x="165674" y="77228"/>
                  <a:pt x="177508" y="85841"/>
                  <a:pt x="177508" y="92427"/>
                </a:cubicBezTo>
                <a:cubicBezTo>
                  <a:pt x="177508" y="99520"/>
                  <a:pt x="164878" y="108676"/>
                  <a:pt x="146820" y="114647"/>
                </a:cubicBezTo>
                <a:close/>
                <a:moveTo>
                  <a:pt x="92644" y="109219"/>
                </a:moveTo>
                <a:cubicBezTo>
                  <a:pt x="101792" y="109219"/>
                  <a:pt x="109219" y="101792"/>
                  <a:pt x="109219" y="92644"/>
                </a:cubicBezTo>
                <a:cubicBezTo>
                  <a:pt x="109219" y="83497"/>
                  <a:pt x="101792" y="76070"/>
                  <a:pt x="92644" y="76070"/>
                </a:cubicBezTo>
                <a:cubicBezTo>
                  <a:pt x="83497" y="76070"/>
                  <a:pt x="76070" y="83497"/>
                  <a:pt x="76070" y="92644"/>
                </a:cubicBezTo>
                <a:cubicBezTo>
                  <a:pt x="76070" y="101792"/>
                  <a:pt x="83497" y="109219"/>
                  <a:pt x="92644" y="109219"/>
                </a:cubicBezTo>
                <a:close/>
              </a:path>
            </a:pathLst>
          </a:custGeom>
          <a:solidFill>
            <a:srgbClr val="00B8DB"/>
          </a:solidFill>
          <a:ln/>
        </p:spPr>
      </p:sp>
      <p:sp>
        <p:nvSpPr>
          <p:cNvPr id="38" name="Text 36"/>
          <p:cNvSpPr/>
          <p:nvPr/>
        </p:nvSpPr>
        <p:spPr>
          <a:xfrm>
            <a:off x="7900893" y="2120529"/>
            <a:ext cx="463222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React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900893" y="2342876"/>
            <a:ext cx="453957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6A72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ViteJS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483993" y="2676396"/>
            <a:ext cx="4178261" cy="555866"/>
          </a:xfrm>
          <a:custGeom>
            <a:avLst/>
            <a:gdLst/>
            <a:ahLst/>
            <a:cxnLst/>
            <a:rect l="l" t="t" r="r" b="b"/>
            <a:pathLst>
              <a:path w="4178261" h="555866">
                <a:moveTo>
                  <a:pt x="111173" y="0"/>
                </a:moveTo>
                <a:lnTo>
                  <a:pt x="4067088" y="0"/>
                </a:lnTo>
                <a:cubicBezTo>
                  <a:pt x="4128487" y="0"/>
                  <a:pt x="4178261" y="49774"/>
                  <a:pt x="4178261" y="111173"/>
                </a:cubicBezTo>
                <a:lnTo>
                  <a:pt x="4178261" y="444693"/>
                </a:lnTo>
                <a:cubicBezTo>
                  <a:pt x="4178261" y="506092"/>
                  <a:pt x="4128487" y="555866"/>
                  <a:pt x="4067088" y="555866"/>
                </a:cubicBezTo>
                <a:lnTo>
                  <a:pt x="111173" y="555866"/>
                </a:lnTo>
                <a:cubicBezTo>
                  <a:pt x="49774" y="555866"/>
                  <a:pt x="0" y="506092"/>
                  <a:pt x="0" y="444693"/>
                </a:cubicBezTo>
                <a:lnTo>
                  <a:pt x="0" y="111173"/>
                </a:lnTo>
                <a:cubicBezTo>
                  <a:pt x="0" y="49774"/>
                  <a:pt x="49774" y="0"/>
                  <a:pt x="111173" y="0"/>
                </a:cubicBezTo>
                <a:close/>
              </a:path>
            </a:pathLst>
          </a:custGeom>
          <a:solidFill>
            <a:srgbClr val="FAF5FF"/>
          </a:solidFill>
          <a:ln/>
        </p:spPr>
      </p:sp>
      <p:sp>
        <p:nvSpPr>
          <p:cNvPr id="41" name="Shape 39"/>
          <p:cNvSpPr/>
          <p:nvPr/>
        </p:nvSpPr>
        <p:spPr>
          <a:xfrm>
            <a:off x="7604431" y="2861684"/>
            <a:ext cx="138967" cy="185289"/>
          </a:xfrm>
          <a:custGeom>
            <a:avLst/>
            <a:gdLst/>
            <a:ahLst/>
            <a:cxnLst/>
            <a:rect l="l" t="t" r="r" b="b"/>
            <a:pathLst>
              <a:path w="138967" h="185289">
                <a:moveTo>
                  <a:pt x="5066" y="34669"/>
                </a:moveTo>
                <a:cubicBezTo>
                  <a:pt x="5066" y="15525"/>
                  <a:pt x="20592" y="0"/>
                  <a:pt x="39736" y="0"/>
                </a:cubicBezTo>
                <a:lnTo>
                  <a:pt x="99231" y="0"/>
                </a:lnTo>
                <a:cubicBezTo>
                  <a:pt x="118375" y="0"/>
                  <a:pt x="133900" y="15525"/>
                  <a:pt x="133900" y="34669"/>
                </a:cubicBezTo>
                <a:cubicBezTo>
                  <a:pt x="133900" y="46793"/>
                  <a:pt x="127676" y="57468"/>
                  <a:pt x="118266" y="63657"/>
                </a:cubicBezTo>
                <a:cubicBezTo>
                  <a:pt x="127676" y="69845"/>
                  <a:pt x="133900" y="80521"/>
                  <a:pt x="133900" y="92644"/>
                </a:cubicBezTo>
                <a:cubicBezTo>
                  <a:pt x="133900" y="111788"/>
                  <a:pt x="118375" y="127314"/>
                  <a:pt x="99231" y="127314"/>
                </a:cubicBezTo>
                <a:lnTo>
                  <a:pt x="98471" y="127314"/>
                </a:lnTo>
                <a:cubicBezTo>
                  <a:pt x="89496" y="127314"/>
                  <a:pt x="81317" y="123912"/>
                  <a:pt x="75165" y="118303"/>
                </a:cubicBezTo>
                <a:lnTo>
                  <a:pt x="75165" y="150258"/>
                </a:lnTo>
                <a:cubicBezTo>
                  <a:pt x="75165" y="169655"/>
                  <a:pt x="59242" y="185289"/>
                  <a:pt x="39917" y="185289"/>
                </a:cubicBezTo>
                <a:cubicBezTo>
                  <a:pt x="20809" y="185289"/>
                  <a:pt x="5066" y="169800"/>
                  <a:pt x="5066" y="150619"/>
                </a:cubicBezTo>
                <a:cubicBezTo>
                  <a:pt x="5066" y="138496"/>
                  <a:pt x="11291" y="127820"/>
                  <a:pt x="20700" y="121632"/>
                </a:cubicBezTo>
                <a:cubicBezTo>
                  <a:pt x="11291" y="115444"/>
                  <a:pt x="5066" y="104768"/>
                  <a:pt x="5066" y="92644"/>
                </a:cubicBezTo>
                <a:cubicBezTo>
                  <a:pt x="5066" y="80521"/>
                  <a:pt x="11291" y="69845"/>
                  <a:pt x="20700" y="63657"/>
                </a:cubicBezTo>
                <a:cubicBezTo>
                  <a:pt x="11291" y="57468"/>
                  <a:pt x="5066" y="46793"/>
                  <a:pt x="5066" y="34669"/>
                </a:cubicBezTo>
                <a:close/>
                <a:moveTo>
                  <a:pt x="63802" y="69339"/>
                </a:moveTo>
                <a:lnTo>
                  <a:pt x="39736" y="69339"/>
                </a:lnTo>
                <a:cubicBezTo>
                  <a:pt x="26852" y="69339"/>
                  <a:pt x="16430" y="79761"/>
                  <a:pt x="16430" y="92644"/>
                </a:cubicBezTo>
                <a:cubicBezTo>
                  <a:pt x="16430" y="105455"/>
                  <a:pt x="26780" y="115878"/>
                  <a:pt x="39591" y="115950"/>
                </a:cubicBezTo>
                <a:lnTo>
                  <a:pt x="63802" y="115950"/>
                </a:lnTo>
                <a:lnTo>
                  <a:pt x="63802" y="69339"/>
                </a:lnTo>
                <a:close/>
                <a:moveTo>
                  <a:pt x="75165" y="92644"/>
                </a:moveTo>
                <a:cubicBezTo>
                  <a:pt x="75165" y="105528"/>
                  <a:pt x="85587" y="115950"/>
                  <a:pt x="98471" y="115950"/>
                </a:cubicBezTo>
                <a:lnTo>
                  <a:pt x="99231" y="115950"/>
                </a:lnTo>
                <a:cubicBezTo>
                  <a:pt x="112114" y="115950"/>
                  <a:pt x="122537" y="105528"/>
                  <a:pt x="122537" y="92644"/>
                </a:cubicBezTo>
                <a:cubicBezTo>
                  <a:pt x="122537" y="79761"/>
                  <a:pt x="112114" y="69339"/>
                  <a:pt x="99231" y="69339"/>
                </a:cubicBezTo>
                <a:lnTo>
                  <a:pt x="98471" y="69339"/>
                </a:lnTo>
                <a:cubicBezTo>
                  <a:pt x="85587" y="69339"/>
                  <a:pt x="75165" y="79761"/>
                  <a:pt x="75165" y="92644"/>
                </a:cubicBezTo>
                <a:close/>
                <a:moveTo>
                  <a:pt x="39736" y="127314"/>
                </a:moveTo>
                <a:lnTo>
                  <a:pt x="39591" y="127314"/>
                </a:lnTo>
                <a:cubicBezTo>
                  <a:pt x="26780" y="127386"/>
                  <a:pt x="16430" y="137809"/>
                  <a:pt x="16430" y="150619"/>
                </a:cubicBezTo>
                <a:cubicBezTo>
                  <a:pt x="16430" y="163430"/>
                  <a:pt x="26997" y="173925"/>
                  <a:pt x="39917" y="173925"/>
                </a:cubicBezTo>
                <a:cubicBezTo>
                  <a:pt x="53053" y="173925"/>
                  <a:pt x="63802" y="163286"/>
                  <a:pt x="63802" y="150221"/>
                </a:cubicBezTo>
                <a:lnTo>
                  <a:pt x="63802" y="127277"/>
                </a:lnTo>
                <a:lnTo>
                  <a:pt x="39736" y="127277"/>
                </a:lnTo>
                <a:close/>
                <a:moveTo>
                  <a:pt x="39736" y="11363"/>
                </a:moveTo>
                <a:cubicBezTo>
                  <a:pt x="26852" y="11363"/>
                  <a:pt x="16430" y="21786"/>
                  <a:pt x="16430" y="34669"/>
                </a:cubicBezTo>
                <a:cubicBezTo>
                  <a:pt x="16430" y="47553"/>
                  <a:pt x="26852" y="57975"/>
                  <a:pt x="39736" y="57975"/>
                </a:cubicBezTo>
                <a:lnTo>
                  <a:pt x="63802" y="57975"/>
                </a:lnTo>
                <a:lnTo>
                  <a:pt x="63802" y="11363"/>
                </a:lnTo>
                <a:lnTo>
                  <a:pt x="39736" y="11363"/>
                </a:lnTo>
                <a:close/>
                <a:moveTo>
                  <a:pt x="75165" y="57975"/>
                </a:moveTo>
                <a:lnTo>
                  <a:pt x="99231" y="57975"/>
                </a:lnTo>
                <a:cubicBezTo>
                  <a:pt x="112114" y="57975"/>
                  <a:pt x="122537" y="47553"/>
                  <a:pt x="122537" y="34669"/>
                </a:cubicBezTo>
                <a:cubicBezTo>
                  <a:pt x="122537" y="21786"/>
                  <a:pt x="112114" y="11363"/>
                  <a:pt x="99231" y="11363"/>
                </a:cubicBezTo>
                <a:lnTo>
                  <a:pt x="75165" y="11363"/>
                </a:lnTo>
                <a:lnTo>
                  <a:pt x="75165" y="57975"/>
                </a:lnTo>
                <a:close/>
              </a:path>
            </a:pathLst>
          </a:custGeom>
          <a:solidFill>
            <a:srgbClr val="AD46FF"/>
          </a:solidFill>
          <a:ln/>
        </p:spPr>
      </p:sp>
      <p:sp>
        <p:nvSpPr>
          <p:cNvPr id="42" name="Text 40"/>
          <p:cNvSpPr/>
          <p:nvPr/>
        </p:nvSpPr>
        <p:spPr>
          <a:xfrm>
            <a:off x="7900893" y="2750511"/>
            <a:ext cx="972766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Figma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900893" y="2972858"/>
            <a:ext cx="963502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6A72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Framelink MCP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483993" y="3306377"/>
            <a:ext cx="4178261" cy="555866"/>
          </a:xfrm>
          <a:custGeom>
            <a:avLst/>
            <a:gdLst/>
            <a:ahLst/>
            <a:cxnLst/>
            <a:rect l="l" t="t" r="r" b="b"/>
            <a:pathLst>
              <a:path w="4178261" h="555866">
                <a:moveTo>
                  <a:pt x="111173" y="0"/>
                </a:moveTo>
                <a:lnTo>
                  <a:pt x="4067088" y="0"/>
                </a:lnTo>
                <a:cubicBezTo>
                  <a:pt x="4128487" y="0"/>
                  <a:pt x="4178261" y="49774"/>
                  <a:pt x="4178261" y="111173"/>
                </a:cubicBezTo>
                <a:lnTo>
                  <a:pt x="4178261" y="444693"/>
                </a:lnTo>
                <a:cubicBezTo>
                  <a:pt x="4178261" y="506092"/>
                  <a:pt x="4128487" y="555866"/>
                  <a:pt x="4067088" y="555866"/>
                </a:cubicBezTo>
                <a:lnTo>
                  <a:pt x="111173" y="555866"/>
                </a:lnTo>
                <a:cubicBezTo>
                  <a:pt x="49774" y="555866"/>
                  <a:pt x="0" y="506092"/>
                  <a:pt x="0" y="444693"/>
                </a:cubicBezTo>
                <a:lnTo>
                  <a:pt x="0" y="111173"/>
                </a:lnTo>
                <a:cubicBezTo>
                  <a:pt x="0" y="49774"/>
                  <a:pt x="49774" y="0"/>
                  <a:pt x="111173" y="0"/>
                </a:cubicBezTo>
                <a:close/>
              </a:path>
            </a:pathLst>
          </a:custGeom>
          <a:solidFill>
            <a:srgbClr val="EFF6FF"/>
          </a:solidFill>
          <a:ln/>
        </p:spPr>
      </p:sp>
      <p:sp>
        <p:nvSpPr>
          <p:cNvPr id="45" name="Shape 43"/>
          <p:cNvSpPr/>
          <p:nvPr/>
        </p:nvSpPr>
        <p:spPr>
          <a:xfrm>
            <a:off x="7592850" y="3491666"/>
            <a:ext cx="162128" cy="185289"/>
          </a:xfrm>
          <a:custGeom>
            <a:avLst/>
            <a:gdLst/>
            <a:ahLst/>
            <a:cxnLst/>
            <a:rect l="l" t="t" r="r" b="b"/>
            <a:pathLst>
              <a:path w="162128" h="185289">
                <a:moveTo>
                  <a:pt x="23161" y="11581"/>
                </a:moveTo>
                <a:cubicBezTo>
                  <a:pt x="10386" y="11581"/>
                  <a:pt x="0" y="21967"/>
                  <a:pt x="0" y="34742"/>
                </a:cubicBezTo>
                <a:lnTo>
                  <a:pt x="0" y="57903"/>
                </a:lnTo>
                <a:cubicBezTo>
                  <a:pt x="0" y="70678"/>
                  <a:pt x="10386" y="81064"/>
                  <a:pt x="23161" y="81064"/>
                </a:cubicBezTo>
                <a:lnTo>
                  <a:pt x="138967" y="81064"/>
                </a:lnTo>
                <a:cubicBezTo>
                  <a:pt x="151741" y="81064"/>
                  <a:pt x="162128" y="70678"/>
                  <a:pt x="162128" y="57903"/>
                </a:cubicBezTo>
                <a:lnTo>
                  <a:pt x="162128" y="34742"/>
                </a:lnTo>
                <a:cubicBezTo>
                  <a:pt x="162128" y="21967"/>
                  <a:pt x="151741" y="11581"/>
                  <a:pt x="138967" y="11581"/>
                </a:cubicBezTo>
                <a:lnTo>
                  <a:pt x="23161" y="11581"/>
                </a:lnTo>
                <a:close/>
                <a:moveTo>
                  <a:pt x="101330" y="37637"/>
                </a:moveTo>
                <a:cubicBezTo>
                  <a:pt x="106123" y="37637"/>
                  <a:pt x="110015" y="41529"/>
                  <a:pt x="110015" y="46322"/>
                </a:cubicBezTo>
                <a:cubicBezTo>
                  <a:pt x="110015" y="51116"/>
                  <a:pt x="106123" y="55008"/>
                  <a:pt x="101330" y="55008"/>
                </a:cubicBezTo>
                <a:cubicBezTo>
                  <a:pt x="96536" y="55008"/>
                  <a:pt x="92644" y="51116"/>
                  <a:pt x="92644" y="46322"/>
                </a:cubicBezTo>
                <a:cubicBezTo>
                  <a:pt x="92644" y="41529"/>
                  <a:pt x="96536" y="37637"/>
                  <a:pt x="101330" y="37637"/>
                </a:cubicBezTo>
                <a:close/>
                <a:moveTo>
                  <a:pt x="121596" y="46322"/>
                </a:moveTo>
                <a:cubicBezTo>
                  <a:pt x="121596" y="41529"/>
                  <a:pt x="125488" y="37637"/>
                  <a:pt x="130281" y="37637"/>
                </a:cubicBezTo>
                <a:cubicBezTo>
                  <a:pt x="135075" y="37637"/>
                  <a:pt x="138967" y="41529"/>
                  <a:pt x="138967" y="46322"/>
                </a:cubicBezTo>
                <a:cubicBezTo>
                  <a:pt x="138967" y="51116"/>
                  <a:pt x="135075" y="55008"/>
                  <a:pt x="130281" y="55008"/>
                </a:cubicBezTo>
                <a:cubicBezTo>
                  <a:pt x="125488" y="55008"/>
                  <a:pt x="121596" y="51116"/>
                  <a:pt x="121596" y="46322"/>
                </a:cubicBezTo>
                <a:close/>
                <a:moveTo>
                  <a:pt x="23161" y="104225"/>
                </a:moveTo>
                <a:cubicBezTo>
                  <a:pt x="10386" y="104225"/>
                  <a:pt x="0" y="114611"/>
                  <a:pt x="0" y="127386"/>
                </a:cubicBezTo>
                <a:lnTo>
                  <a:pt x="0" y="150547"/>
                </a:lnTo>
                <a:cubicBezTo>
                  <a:pt x="0" y="163322"/>
                  <a:pt x="10386" y="173708"/>
                  <a:pt x="23161" y="173708"/>
                </a:cubicBezTo>
                <a:lnTo>
                  <a:pt x="138967" y="173708"/>
                </a:lnTo>
                <a:cubicBezTo>
                  <a:pt x="151741" y="173708"/>
                  <a:pt x="162128" y="163322"/>
                  <a:pt x="162128" y="150547"/>
                </a:cubicBezTo>
                <a:lnTo>
                  <a:pt x="162128" y="127386"/>
                </a:lnTo>
                <a:cubicBezTo>
                  <a:pt x="162128" y="114611"/>
                  <a:pt x="151741" y="104225"/>
                  <a:pt x="138967" y="104225"/>
                </a:cubicBezTo>
                <a:lnTo>
                  <a:pt x="23161" y="104225"/>
                </a:lnTo>
                <a:close/>
                <a:moveTo>
                  <a:pt x="101330" y="130281"/>
                </a:moveTo>
                <a:cubicBezTo>
                  <a:pt x="106123" y="130281"/>
                  <a:pt x="110015" y="134173"/>
                  <a:pt x="110015" y="138967"/>
                </a:cubicBezTo>
                <a:cubicBezTo>
                  <a:pt x="110015" y="143760"/>
                  <a:pt x="106123" y="147652"/>
                  <a:pt x="101330" y="147652"/>
                </a:cubicBezTo>
                <a:cubicBezTo>
                  <a:pt x="96536" y="147652"/>
                  <a:pt x="92644" y="143760"/>
                  <a:pt x="92644" y="138967"/>
                </a:cubicBezTo>
                <a:cubicBezTo>
                  <a:pt x="92644" y="134173"/>
                  <a:pt x="96536" y="130281"/>
                  <a:pt x="101330" y="130281"/>
                </a:cubicBezTo>
                <a:close/>
                <a:moveTo>
                  <a:pt x="121596" y="138967"/>
                </a:moveTo>
                <a:cubicBezTo>
                  <a:pt x="121596" y="134173"/>
                  <a:pt x="125488" y="130281"/>
                  <a:pt x="130281" y="130281"/>
                </a:cubicBezTo>
                <a:cubicBezTo>
                  <a:pt x="135075" y="130281"/>
                  <a:pt x="138967" y="134173"/>
                  <a:pt x="138967" y="138967"/>
                </a:cubicBezTo>
                <a:cubicBezTo>
                  <a:pt x="138967" y="143760"/>
                  <a:pt x="135075" y="147652"/>
                  <a:pt x="130281" y="147652"/>
                </a:cubicBezTo>
                <a:cubicBezTo>
                  <a:pt x="125488" y="147652"/>
                  <a:pt x="121596" y="143760"/>
                  <a:pt x="121596" y="138967"/>
                </a:cubicBezTo>
                <a:close/>
              </a:path>
            </a:pathLst>
          </a:custGeom>
          <a:solidFill>
            <a:srgbClr val="2B7FFF"/>
          </a:solidFill>
          <a:ln/>
        </p:spPr>
      </p:sp>
      <p:sp>
        <p:nvSpPr>
          <p:cNvPr id="46" name="Text 44"/>
          <p:cNvSpPr/>
          <p:nvPr/>
        </p:nvSpPr>
        <p:spPr>
          <a:xfrm>
            <a:off x="7900893" y="3380493"/>
            <a:ext cx="685568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FastAPI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900893" y="3602839"/>
            <a:ext cx="676304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6A72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Port 8000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331644" y="4133998"/>
            <a:ext cx="4482958" cy="1194083"/>
          </a:xfrm>
          <a:custGeom>
            <a:avLst/>
            <a:gdLst/>
            <a:ahLst/>
            <a:cxnLst/>
            <a:rect l="l" t="t" r="r" b="b"/>
            <a:pathLst>
              <a:path w="4482958" h="1194083">
                <a:moveTo>
                  <a:pt x="222350" y="0"/>
                </a:moveTo>
                <a:lnTo>
                  <a:pt x="4260608" y="0"/>
                </a:lnTo>
                <a:cubicBezTo>
                  <a:pt x="4383409" y="0"/>
                  <a:pt x="4482958" y="99550"/>
                  <a:pt x="4482958" y="222350"/>
                </a:cubicBezTo>
                <a:lnTo>
                  <a:pt x="4482958" y="971733"/>
                </a:lnTo>
                <a:cubicBezTo>
                  <a:pt x="4482958" y="1094534"/>
                  <a:pt x="4383409" y="1194083"/>
                  <a:pt x="4260608" y="1194083"/>
                </a:cubicBezTo>
                <a:lnTo>
                  <a:pt x="222350" y="1194083"/>
                </a:lnTo>
                <a:cubicBezTo>
                  <a:pt x="99632" y="1194083"/>
                  <a:pt x="0" y="1094451"/>
                  <a:pt x="0" y="971733"/>
                </a:cubicBezTo>
                <a:lnTo>
                  <a:pt x="0" y="222350"/>
                </a:lnTo>
                <a:cubicBezTo>
                  <a:pt x="0" y="99550"/>
                  <a:pt x="99550" y="0"/>
                  <a:pt x="222350" y="0"/>
                </a:cubicBezTo>
                <a:close/>
              </a:path>
            </a:pathLst>
          </a:custGeom>
          <a:gradFill flip="none" rotWithShape="1">
            <a:gsLst>
              <a:gs pos="0">
                <a:srgbClr val="F0FDF4"/>
              </a:gs>
              <a:gs pos="100000">
                <a:srgbClr val="ECFDF5"/>
              </a:gs>
            </a:gsLst>
            <a:lin ang="2700000" scaled="1"/>
          </a:gradFill>
          <a:ln w="11289">
            <a:solidFill>
              <a:srgbClr val="DCFCE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517577" y="4332667"/>
            <a:ext cx="145915" cy="166760"/>
          </a:xfrm>
          <a:custGeom>
            <a:avLst/>
            <a:gdLst/>
            <a:ahLst/>
            <a:cxnLst/>
            <a:rect l="l" t="t" r="r" b="b"/>
            <a:pathLst>
              <a:path w="145915" h="166760">
                <a:moveTo>
                  <a:pt x="41690" y="-10422"/>
                </a:moveTo>
                <a:cubicBezTo>
                  <a:pt x="47455" y="-10422"/>
                  <a:pt x="52112" y="-5765"/>
                  <a:pt x="52112" y="0"/>
                </a:cubicBezTo>
                <a:lnTo>
                  <a:pt x="52112" y="31267"/>
                </a:lnTo>
                <a:lnTo>
                  <a:pt x="93802" y="31267"/>
                </a:lnTo>
                <a:lnTo>
                  <a:pt x="93802" y="0"/>
                </a:lnTo>
                <a:cubicBezTo>
                  <a:pt x="93802" y="-5765"/>
                  <a:pt x="98460" y="-10422"/>
                  <a:pt x="104225" y="-10422"/>
                </a:cubicBezTo>
                <a:cubicBezTo>
                  <a:pt x="109990" y="-10422"/>
                  <a:pt x="114647" y="-5765"/>
                  <a:pt x="114647" y="0"/>
                </a:cubicBezTo>
                <a:lnTo>
                  <a:pt x="114647" y="31267"/>
                </a:lnTo>
                <a:lnTo>
                  <a:pt x="135492" y="31267"/>
                </a:lnTo>
                <a:cubicBezTo>
                  <a:pt x="141257" y="31267"/>
                  <a:pt x="145915" y="35925"/>
                  <a:pt x="145915" y="41690"/>
                </a:cubicBezTo>
                <a:cubicBezTo>
                  <a:pt x="145915" y="47455"/>
                  <a:pt x="141257" y="52112"/>
                  <a:pt x="135492" y="52112"/>
                </a:cubicBezTo>
                <a:lnTo>
                  <a:pt x="135492" y="72957"/>
                </a:lnTo>
                <a:cubicBezTo>
                  <a:pt x="135492" y="103932"/>
                  <a:pt x="112954" y="129662"/>
                  <a:pt x="83380" y="134613"/>
                </a:cubicBezTo>
                <a:lnTo>
                  <a:pt x="83380" y="156337"/>
                </a:lnTo>
                <a:cubicBezTo>
                  <a:pt x="83380" y="162102"/>
                  <a:pt x="78722" y="166760"/>
                  <a:pt x="72957" y="166760"/>
                </a:cubicBezTo>
                <a:cubicBezTo>
                  <a:pt x="67193" y="166760"/>
                  <a:pt x="62535" y="162102"/>
                  <a:pt x="62535" y="156337"/>
                </a:cubicBezTo>
                <a:lnTo>
                  <a:pt x="62535" y="134613"/>
                </a:lnTo>
                <a:cubicBezTo>
                  <a:pt x="32961" y="129662"/>
                  <a:pt x="10422" y="103932"/>
                  <a:pt x="10422" y="72957"/>
                </a:cubicBezTo>
                <a:lnTo>
                  <a:pt x="10422" y="52112"/>
                </a:lnTo>
                <a:cubicBezTo>
                  <a:pt x="4658" y="52112"/>
                  <a:pt x="0" y="47455"/>
                  <a:pt x="0" y="41690"/>
                </a:cubicBezTo>
                <a:cubicBezTo>
                  <a:pt x="0" y="35925"/>
                  <a:pt x="4658" y="31267"/>
                  <a:pt x="10422" y="31267"/>
                </a:cubicBezTo>
                <a:lnTo>
                  <a:pt x="31267" y="31267"/>
                </a:lnTo>
                <a:lnTo>
                  <a:pt x="31267" y="0"/>
                </a:lnTo>
                <a:cubicBezTo>
                  <a:pt x="31267" y="-5765"/>
                  <a:pt x="35925" y="-10422"/>
                  <a:pt x="41690" y="-10422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50" name="Text 48"/>
          <p:cNvSpPr/>
          <p:nvPr/>
        </p:nvSpPr>
        <p:spPr>
          <a:xfrm>
            <a:off x="7697075" y="4286345"/>
            <a:ext cx="4048559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3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Kết nối API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483993" y="4619865"/>
            <a:ext cx="4252377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Tuân thủ chuẩn OpenAPI 3.0.1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483993" y="4916327"/>
            <a:ext cx="1028353" cy="259404"/>
          </a:xfrm>
          <a:custGeom>
            <a:avLst/>
            <a:gdLst/>
            <a:ahLst/>
            <a:cxnLst/>
            <a:rect l="l" t="t" r="r" b="b"/>
            <a:pathLst>
              <a:path w="1028353" h="259404">
                <a:moveTo>
                  <a:pt x="37058" y="0"/>
                </a:moveTo>
                <a:lnTo>
                  <a:pt x="991294" y="0"/>
                </a:lnTo>
                <a:cubicBezTo>
                  <a:pt x="1011761" y="0"/>
                  <a:pt x="1028353" y="16592"/>
                  <a:pt x="1028353" y="37058"/>
                </a:cubicBezTo>
                <a:lnTo>
                  <a:pt x="1028353" y="222346"/>
                </a:lnTo>
                <a:cubicBezTo>
                  <a:pt x="1028353" y="242813"/>
                  <a:pt x="1011761" y="259404"/>
                  <a:pt x="991294" y="259404"/>
                </a:cubicBezTo>
                <a:lnTo>
                  <a:pt x="37058" y="259404"/>
                </a:lnTo>
                <a:cubicBezTo>
                  <a:pt x="16592" y="259404"/>
                  <a:pt x="0" y="242813"/>
                  <a:pt x="0" y="222346"/>
                </a:cubicBezTo>
                <a:lnTo>
                  <a:pt x="0" y="37058"/>
                </a:lnTo>
                <a:cubicBezTo>
                  <a:pt x="0" y="16605"/>
                  <a:pt x="16605" y="0"/>
                  <a:pt x="37058" y="0"/>
                </a:cubicBezTo>
                <a:close/>
              </a:path>
            </a:pathLst>
          </a:custGeom>
          <a:solidFill>
            <a:srgbClr val="DCFCE7"/>
          </a:solidFill>
          <a:ln/>
        </p:spPr>
      </p:sp>
      <p:sp>
        <p:nvSpPr>
          <p:cNvPr id="53" name="Text 51"/>
          <p:cNvSpPr/>
          <p:nvPr/>
        </p:nvSpPr>
        <p:spPr>
          <a:xfrm>
            <a:off x="7483993" y="4916327"/>
            <a:ext cx="1093204" cy="259404"/>
          </a:xfrm>
          <a:prstGeom prst="rect">
            <a:avLst/>
          </a:prstGeom>
          <a:noFill/>
          <a:ln/>
        </p:spPr>
        <p:txBody>
          <a:bodyPr wrap="square" lIns="74116" tIns="37058" rIns="74116" bIns="37058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0082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localhost:3000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608078" y="4981178"/>
            <a:ext cx="129702" cy="129702"/>
          </a:xfrm>
          <a:custGeom>
            <a:avLst/>
            <a:gdLst/>
            <a:ahLst/>
            <a:cxnLst/>
            <a:rect l="l" t="t" r="r" b="b"/>
            <a:pathLst>
              <a:path w="129702" h="129702">
                <a:moveTo>
                  <a:pt x="127321" y="38151"/>
                </a:moveTo>
                <a:lnTo>
                  <a:pt x="103002" y="62470"/>
                </a:lnTo>
                <a:cubicBezTo>
                  <a:pt x="100671" y="64800"/>
                  <a:pt x="97201" y="65484"/>
                  <a:pt x="94161" y="64218"/>
                </a:cubicBezTo>
                <a:cubicBezTo>
                  <a:pt x="91121" y="62951"/>
                  <a:pt x="89170" y="60013"/>
                  <a:pt x="89170" y="56745"/>
                </a:cubicBezTo>
                <a:lnTo>
                  <a:pt x="89170" y="40532"/>
                </a:lnTo>
                <a:lnTo>
                  <a:pt x="8106" y="40532"/>
                </a:lnTo>
                <a:cubicBezTo>
                  <a:pt x="3623" y="40532"/>
                  <a:pt x="0" y="36909"/>
                  <a:pt x="0" y="32426"/>
                </a:cubicBezTo>
                <a:cubicBezTo>
                  <a:pt x="0" y="27942"/>
                  <a:pt x="3623" y="24319"/>
                  <a:pt x="8106" y="24319"/>
                </a:cubicBezTo>
                <a:lnTo>
                  <a:pt x="89170" y="24319"/>
                </a:lnTo>
                <a:lnTo>
                  <a:pt x="89170" y="8106"/>
                </a:lnTo>
                <a:cubicBezTo>
                  <a:pt x="89170" y="4838"/>
                  <a:pt x="91146" y="1875"/>
                  <a:pt x="94186" y="608"/>
                </a:cubicBezTo>
                <a:cubicBezTo>
                  <a:pt x="97226" y="-659"/>
                  <a:pt x="100696" y="51"/>
                  <a:pt x="103027" y="2356"/>
                </a:cubicBezTo>
                <a:lnTo>
                  <a:pt x="127346" y="26675"/>
                </a:lnTo>
                <a:cubicBezTo>
                  <a:pt x="130513" y="29842"/>
                  <a:pt x="130513" y="34984"/>
                  <a:pt x="127346" y="38151"/>
                </a:cubicBezTo>
                <a:close/>
                <a:moveTo>
                  <a:pt x="26675" y="127321"/>
                </a:moveTo>
                <a:lnTo>
                  <a:pt x="2356" y="103002"/>
                </a:lnTo>
                <a:cubicBezTo>
                  <a:pt x="-811" y="99835"/>
                  <a:pt x="-811" y="94693"/>
                  <a:pt x="2356" y="91526"/>
                </a:cubicBezTo>
                <a:lnTo>
                  <a:pt x="26675" y="67207"/>
                </a:lnTo>
                <a:cubicBezTo>
                  <a:pt x="29006" y="64876"/>
                  <a:pt x="32476" y="64192"/>
                  <a:pt x="35516" y="65459"/>
                </a:cubicBezTo>
                <a:cubicBezTo>
                  <a:pt x="38556" y="66726"/>
                  <a:pt x="40532" y="69690"/>
                  <a:pt x="40532" y="72957"/>
                </a:cubicBezTo>
                <a:lnTo>
                  <a:pt x="40532" y="89170"/>
                </a:lnTo>
                <a:lnTo>
                  <a:pt x="121596" y="89170"/>
                </a:lnTo>
                <a:cubicBezTo>
                  <a:pt x="126080" y="89170"/>
                  <a:pt x="129702" y="92793"/>
                  <a:pt x="129702" y="97277"/>
                </a:cubicBezTo>
                <a:cubicBezTo>
                  <a:pt x="129702" y="101760"/>
                  <a:pt x="126080" y="105383"/>
                  <a:pt x="121596" y="105383"/>
                </a:cubicBezTo>
                <a:lnTo>
                  <a:pt x="40532" y="105383"/>
                </a:lnTo>
                <a:lnTo>
                  <a:pt x="40532" y="121596"/>
                </a:lnTo>
                <a:cubicBezTo>
                  <a:pt x="40532" y="124864"/>
                  <a:pt x="38556" y="127828"/>
                  <a:pt x="35516" y="129094"/>
                </a:cubicBezTo>
                <a:cubicBezTo>
                  <a:pt x="32476" y="130361"/>
                  <a:pt x="29006" y="129651"/>
                  <a:pt x="26675" y="127346"/>
                </a:cubicBezTo>
                <a:close/>
              </a:path>
            </a:pathLst>
          </a:custGeom>
          <a:solidFill>
            <a:srgbClr val="99A1AF"/>
          </a:solidFill>
          <a:ln/>
        </p:spPr>
      </p:sp>
      <p:sp>
        <p:nvSpPr>
          <p:cNvPr id="55" name="Shape 53"/>
          <p:cNvSpPr/>
          <p:nvPr/>
        </p:nvSpPr>
        <p:spPr>
          <a:xfrm>
            <a:off x="8825792" y="4916327"/>
            <a:ext cx="1037617" cy="259404"/>
          </a:xfrm>
          <a:custGeom>
            <a:avLst/>
            <a:gdLst/>
            <a:ahLst/>
            <a:cxnLst/>
            <a:rect l="l" t="t" r="r" b="b"/>
            <a:pathLst>
              <a:path w="1037617" h="259404">
                <a:moveTo>
                  <a:pt x="37058" y="0"/>
                </a:moveTo>
                <a:lnTo>
                  <a:pt x="1000559" y="0"/>
                </a:lnTo>
                <a:cubicBezTo>
                  <a:pt x="1021025" y="0"/>
                  <a:pt x="1037617" y="16592"/>
                  <a:pt x="1037617" y="37058"/>
                </a:cubicBezTo>
                <a:lnTo>
                  <a:pt x="1037617" y="222346"/>
                </a:lnTo>
                <a:cubicBezTo>
                  <a:pt x="1037617" y="242813"/>
                  <a:pt x="1021025" y="259404"/>
                  <a:pt x="1000559" y="259404"/>
                </a:cubicBezTo>
                <a:lnTo>
                  <a:pt x="37058" y="259404"/>
                </a:lnTo>
                <a:cubicBezTo>
                  <a:pt x="16592" y="259404"/>
                  <a:pt x="0" y="242813"/>
                  <a:pt x="0" y="222346"/>
                </a:cubicBezTo>
                <a:lnTo>
                  <a:pt x="0" y="37058"/>
                </a:lnTo>
                <a:cubicBezTo>
                  <a:pt x="0" y="16605"/>
                  <a:pt x="16605" y="0"/>
                  <a:pt x="37058" y="0"/>
                </a:cubicBezTo>
                <a:close/>
              </a:path>
            </a:pathLst>
          </a:custGeom>
          <a:solidFill>
            <a:srgbClr val="DBEAFE"/>
          </a:solidFill>
          <a:ln/>
        </p:spPr>
      </p:sp>
      <p:sp>
        <p:nvSpPr>
          <p:cNvPr id="56" name="Text 54"/>
          <p:cNvSpPr/>
          <p:nvPr/>
        </p:nvSpPr>
        <p:spPr>
          <a:xfrm>
            <a:off x="8825792" y="4916327"/>
            <a:ext cx="1102468" cy="259404"/>
          </a:xfrm>
          <a:prstGeom prst="rect">
            <a:avLst/>
          </a:prstGeom>
          <a:noFill/>
          <a:ln/>
        </p:spPr>
        <p:txBody>
          <a:bodyPr wrap="square" lIns="74116" tIns="37058" rIns="74116" bIns="37058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1447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localhost:8000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387048" y="5480431"/>
            <a:ext cx="5630719" cy="1000559"/>
          </a:xfrm>
          <a:custGeom>
            <a:avLst/>
            <a:gdLst/>
            <a:ahLst/>
            <a:cxnLst/>
            <a:rect l="l" t="t" r="r" b="b"/>
            <a:pathLst>
              <a:path w="5630719" h="1000559">
                <a:moveTo>
                  <a:pt x="32940" y="0"/>
                </a:moveTo>
                <a:lnTo>
                  <a:pt x="5482487" y="0"/>
                </a:lnTo>
                <a:cubicBezTo>
                  <a:pt x="5564353" y="0"/>
                  <a:pt x="5630719" y="66366"/>
                  <a:pt x="5630719" y="148233"/>
                </a:cubicBezTo>
                <a:lnTo>
                  <a:pt x="5630719" y="852326"/>
                </a:lnTo>
                <a:cubicBezTo>
                  <a:pt x="5630719" y="934193"/>
                  <a:pt x="5564353" y="1000559"/>
                  <a:pt x="5482487" y="1000559"/>
                </a:cubicBezTo>
                <a:lnTo>
                  <a:pt x="32940" y="1000559"/>
                </a:lnTo>
                <a:cubicBezTo>
                  <a:pt x="14760" y="1000559"/>
                  <a:pt x="0" y="985799"/>
                  <a:pt x="0" y="967619"/>
                </a:cubicBezTo>
                <a:lnTo>
                  <a:pt x="0" y="32940"/>
                </a:lnTo>
                <a:cubicBezTo>
                  <a:pt x="0" y="14760"/>
                  <a:pt x="14760" y="0"/>
                  <a:pt x="32940" y="0"/>
                </a:cubicBezTo>
                <a:close/>
              </a:path>
            </a:pathLst>
          </a:custGeom>
          <a:solidFill>
            <a:srgbClr val="FFFBEB"/>
          </a:solidFill>
          <a:ln/>
        </p:spPr>
      </p:sp>
      <p:sp>
        <p:nvSpPr>
          <p:cNvPr id="58" name="Shape 56"/>
          <p:cNvSpPr/>
          <p:nvPr/>
        </p:nvSpPr>
        <p:spPr>
          <a:xfrm>
            <a:off x="387048" y="5480431"/>
            <a:ext cx="32940" cy="1000559"/>
          </a:xfrm>
          <a:custGeom>
            <a:avLst/>
            <a:gdLst/>
            <a:ahLst/>
            <a:cxnLst/>
            <a:rect l="l" t="t" r="r" b="b"/>
            <a:pathLst>
              <a:path w="32940" h="1000559">
                <a:moveTo>
                  <a:pt x="32940" y="0"/>
                </a:moveTo>
                <a:lnTo>
                  <a:pt x="32940" y="0"/>
                </a:lnTo>
                <a:lnTo>
                  <a:pt x="32940" y="1000559"/>
                </a:lnTo>
                <a:lnTo>
                  <a:pt x="32940" y="1000559"/>
                </a:lnTo>
                <a:cubicBezTo>
                  <a:pt x="14748" y="1000559"/>
                  <a:pt x="0" y="985811"/>
                  <a:pt x="0" y="967619"/>
                </a:cubicBezTo>
                <a:lnTo>
                  <a:pt x="0" y="32940"/>
                </a:lnTo>
                <a:cubicBezTo>
                  <a:pt x="0" y="14748"/>
                  <a:pt x="14748" y="0"/>
                  <a:pt x="32940" y="0"/>
                </a:cubicBezTo>
                <a:close/>
              </a:path>
            </a:pathLst>
          </a:custGeom>
          <a:solidFill>
            <a:srgbClr val="FE9A00"/>
          </a:solidFill>
          <a:ln/>
        </p:spPr>
      </p:sp>
      <p:sp>
        <p:nvSpPr>
          <p:cNvPr id="59" name="Shape 57"/>
          <p:cNvSpPr/>
          <p:nvPr/>
        </p:nvSpPr>
        <p:spPr>
          <a:xfrm>
            <a:off x="537852" y="5665719"/>
            <a:ext cx="185289" cy="185289"/>
          </a:xfrm>
          <a:custGeom>
            <a:avLst/>
            <a:gdLst/>
            <a:ahLst/>
            <a:cxnLst/>
            <a:rect l="l" t="t" r="r" b="b"/>
            <a:pathLst>
              <a:path w="185289" h="185289">
                <a:moveTo>
                  <a:pt x="92644" y="185289"/>
                </a:moveTo>
                <a:cubicBezTo>
                  <a:pt x="143776" y="185289"/>
                  <a:pt x="185289" y="143776"/>
                  <a:pt x="185289" y="92644"/>
                </a:cubicBezTo>
                <a:cubicBezTo>
                  <a:pt x="185289" y="41513"/>
                  <a:pt x="143776" y="0"/>
                  <a:pt x="92644" y="0"/>
                </a:cubicBezTo>
                <a:cubicBezTo>
                  <a:pt x="41513" y="0"/>
                  <a:pt x="0" y="41513"/>
                  <a:pt x="0" y="92644"/>
                </a:cubicBezTo>
                <a:cubicBezTo>
                  <a:pt x="0" y="143776"/>
                  <a:pt x="41513" y="185289"/>
                  <a:pt x="92644" y="185289"/>
                </a:cubicBezTo>
                <a:close/>
                <a:moveTo>
                  <a:pt x="92644" y="49217"/>
                </a:moveTo>
                <a:cubicBezTo>
                  <a:pt x="97458" y="49217"/>
                  <a:pt x="101330" y="53090"/>
                  <a:pt x="101330" y="57903"/>
                </a:cubicBezTo>
                <a:lnTo>
                  <a:pt x="101330" y="98435"/>
                </a:lnTo>
                <a:cubicBezTo>
                  <a:pt x="101330" y="103248"/>
                  <a:pt x="97458" y="107120"/>
                  <a:pt x="92644" y="107120"/>
                </a:cubicBezTo>
                <a:cubicBezTo>
                  <a:pt x="87831" y="107120"/>
                  <a:pt x="83959" y="103248"/>
                  <a:pt x="83959" y="98435"/>
                </a:cubicBezTo>
                <a:lnTo>
                  <a:pt x="83959" y="57903"/>
                </a:lnTo>
                <a:cubicBezTo>
                  <a:pt x="83959" y="53090"/>
                  <a:pt x="87831" y="49217"/>
                  <a:pt x="92644" y="49217"/>
                </a:cubicBezTo>
                <a:close/>
                <a:moveTo>
                  <a:pt x="82982" y="127386"/>
                </a:moveTo>
                <a:cubicBezTo>
                  <a:pt x="82762" y="123799"/>
                  <a:pt x="84551" y="120387"/>
                  <a:pt x="87625" y="118527"/>
                </a:cubicBezTo>
                <a:cubicBezTo>
                  <a:pt x="90700" y="116667"/>
                  <a:pt x="94553" y="116667"/>
                  <a:pt x="97627" y="118527"/>
                </a:cubicBezTo>
                <a:cubicBezTo>
                  <a:pt x="100702" y="120387"/>
                  <a:pt x="102491" y="123799"/>
                  <a:pt x="102271" y="127386"/>
                </a:cubicBezTo>
                <a:cubicBezTo>
                  <a:pt x="102491" y="130973"/>
                  <a:pt x="100702" y="134385"/>
                  <a:pt x="97627" y="136245"/>
                </a:cubicBezTo>
                <a:cubicBezTo>
                  <a:pt x="94553" y="138105"/>
                  <a:pt x="90700" y="138105"/>
                  <a:pt x="87625" y="136245"/>
                </a:cubicBezTo>
                <a:cubicBezTo>
                  <a:pt x="84551" y="134385"/>
                  <a:pt x="82762" y="130973"/>
                  <a:pt x="82982" y="127386"/>
                </a:cubicBezTo>
                <a:close/>
              </a:path>
            </a:pathLst>
          </a:custGeom>
          <a:solidFill>
            <a:srgbClr val="FE9A00"/>
          </a:solidFill>
          <a:ln/>
        </p:spPr>
      </p:sp>
      <p:sp>
        <p:nvSpPr>
          <p:cNvPr id="60" name="Text 58"/>
          <p:cNvSpPr/>
          <p:nvPr/>
        </p:nvSpPr>
        <p:spPr>
          <a:xfrm>
            <a:off x="821061" y="5628662"/>
            <a:ext cx="5123234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Xử lý lỗi Backend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821061" y="5888066"/>
            <a:ext cx="5123234" cy="444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Hiển thị chỉ báo trực quan khi backend không khả dụng - banner thông báo rõ ràng với màu sắc dễ nhận biết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184527" y="5480431"/>
            <a:ext cx="5630719" cy="1000559"/>
          </a:xfrm>
          <a:custGeom>
            <a:avLst/>
            <a:gdLst/>
            <a:ahLst/>
            <a:cxnLst/>
            <a:rect l="l" t="t" r="r" b="b"/>
            <a:pathLst>
              <a:path w="5630719" h="1000559">
                <a:moveTo>
                  <a:pt x="32940" y="0"/>
                </a:moveTo>
                <a:lnTo>
                  <a:pt x="5482487" y="0"/>
                </a:lnTo>
                <a:cubicBezTo>
                  <a:pt x="5564353" y="0"/>
                  <a:pt x="5630719" y="66366"/>
                  <a:pt x="5630719" y="148233"/>
                </a:cubicBezTo>
                <a:lnTo>
                  <a:pt x="5630719" y="852326"/>
                </a:lnTo>
                <a:cubicBezTo>
                  <a:pt x="5630719" y="934193"/>
                  <a:pt x="5564353" y="1000559"/>
                  <a:pt x="5482487" y="1000559"/>
                </a:cubicBezTo>
                <a:lnTo>
                  <a:pt x="32940" y="1000559"/>
                </a:lnTo>
                <a:cubicBezTo>
                  <a:pt x="14760" y="1000559"/>
                  <a:pt x="0" y="985799"/>
                  <a:pt x="0" y="967619"/>
                </a:cubicBezTo>
                <a:lnTo>
                  <a:pt x="0" y="32940"/>
                </a:lnTo>
                <a:cubicBezTo>
                  <a:pt x="0" y="14760"/>
                  <a:pt x="14760" y="0"/>
                  <a:pt x="32940" y="0"/>
                </a:cubicBezTo>
                <a:close/>
              </a:path>
            </a:pathLst>
          </a:custGeom>
          <a:solidFill>
            <a:srgbClr val="EFF6FF"/>
          </a:solidFill>
          <a:ln/>
        </p:spPr>
      </p:sp>
      <p:sp>
        <p:nvSpPr>
          <p:cNvPr id="63" name="Shape 61"/>
          <p:cNvSpPr/>
          <p:nvPr/>
        </p:nvSpPr>
        <p:spPr>
          <a:xfrm>
            <a:off x="6184527" y="5480431"/>
            <a:ext cx="32940" cy="1000559"/>
          </a:xfrm>
          <a:custGeom>
            <a:avLst/>
            <a:gdLst/>
            <a:ahLst/>
            <a:cxnLst/>
            <a:rect l="l" t="t" r="r" b="b"/>
            <a:pathLst>
              <a:path w="32940" h="1000559">
                <a:moveTo>
                  <a:pt x="32940" y="0"/>
                </a:moveTo>
                <a:lnTo>
                  <a:pt x="32940" y="0"/>
                </a:lnTo>
                <a:lnTo>
                  <a:pt x="32940" y="1000559"/>
                </a:lnTo>
                <a:lnTo>
                  <a:pt x="32940" y="1000559"/>
                </a:lnTo>
                <a:cubicBezTo>
                  <a:pt x="14748" y="1000559"/>
                  <a:pt x="0" y="985811"/>
                  <a:pt x="0" y="967619"/>
                </a:cubicBezTo>
                <a:lnTo>
                  <a:pt x="0" y="32940"/>
                </a:lnTo>
                <a:cubicBezTo>
                  <a:pt x="0" y="14748"/>
                  <a:pt x="14748" y="0"/>
                  <a:pt x="32940" y="0"/>
                </a:cubicBezTo>
                <a:close/>
              </a:path>
            </a:pathLst>
          </a:custGeom>
          <a:solidFill>
            <a:srgbClr val="2B7FFF"/>
          </a:solidFill>
          <a:ln/>
        </p:spPr>
      </p:sp>
      <p:sp>
        <p:nvSpPr>
          <p:cNvPr id="64" name="Shape 62"/>
          <p:cNvSpPr/>
          <p:nvPr/>
        </p:nvSpPr>
        <p:spPr>
          <a:xfrm>
            <a:off x="6312170" y="5665719"/>
            <a:ext cx="231611" cy="185289"/>
          </a:xfrm>
          <a:custGeom>
            <a:avLst/>
            <a:gdLst/>
            <a:ahLst/>
            <a:cxnLst/>
            <a:rect l="l" t="t" r="r" b="b"/>
            <a:pathLst>
              <a:path w="231611" h="185289">
                <a:moveTo>
                  <a:pt x="127386" y="0"/>
                </a:moveTo>
                <a:cubicBezTo>
                  <a:pt x="127386" y="-6405"/>
                  <a:pt x="122211" y="-11581"/>
                  <a:pt x="115805" y="-11581"/>
                </a:cubicBezTo>
                <a:cubicBezTo>
                  <a:pt x="109400" y="-11581"/>
                  <a:pt x="104225" y="-6405"/>
                  <a:pt x="104225" y="0"/>
                </a:cubicBezTo>
                <a:lnTo>
                  <a:pt x="104225" y="23161"/>
                </a:lnTo>
                <a:lnTo>
                  <a:pt x="69483" y="23161"/>
                </a:lnTo>
                <a:cubicBezTo>
                  <a:pt x="50303" y="23161"/>
                  <a:pt x="34742" y="38722"/>
                  <a:pt x="34742" y="57903"/>
                </a:cubicBezTo>
                <a:lnTo>
                  <a:pt x="34742" y="138967"/>
                </a:lnTo>
                <a:cubicBezTo>
                  <a:pt x="34742" y="158147"/>
                  <a:pt x="50303" y="173708"/>
                  <a:pt x="69483" y="173708"/>
                </a:cubicBezTo>
                <a:lnTo>
                  <a:pt x="162128" y="173708"/>
                </a:lnTo>
                <a:cubicBezTo>
                  <a:pt x="181308" y="173708"/>
                  <a:pt x="196869" y="158147"/>
                  <a:pt x="196869" y="138967"/>
                </a:cubicBezTo>
                <a:lnTo>
                  <a:pt x="196869" y="57903"/>
                </a:lnTo>
                <a:cubicBezTo>
                  <a:pt x="196869" y="38722"/>
                  <a:pt x="181308" y="23161"/>
                  <a:pt x="162128" y="23161"/>
                </a:cubicBezTo>
                <a:lnTo>
                  <a:pt x="127386" y="23161"/>
                </a:lnTo>
                <a:lnTo>
                  <a:pt x="127386" y="0"/>
                </a:lnTo>
                <a:close/>
                <a:moveTo>
                  <a:pt x="57903" y="133176"/>
                </a:moveTo>
                <a:cubicBezTo>
                  <a:pt x="57903" y="128363"/>
                  <a:pt x="61775" y="124491"/>
                  <a:pt x="66588" y="124491"/>
                </a:cubicBezTo>
                <a:lnTo>
                  <a:pt x="78169" y="124491"/>
                </a:lnTo>
                <a:cubicBezTo>
                  <a:pt x="82982" y="124491"/>
                  <a:pt x="86854" y="128363"/>
                  <a:pt x="86854" y="133176"/>
                </a:cubicBezTo>
                <a:cubicBezTo>
                  <a:pt x="86854" y="137989"/>
                  <a:pt x="82982" y="141862"/>
                  <a:pt x="78169" y="141862"/>
                </a:cubicBezTo>
                <a:lnTo>
                  <a:pt x="66588" y="141862"/>
                </a:lnTo>
                <a:cubicBezTo>
                  <a:pt x="61775" y="141862"/>
                  <a:pt x="57903" y="137989"/>
                  <a:pt x="57903" y="133176"/>
                </a:cubicBezTo>
                <a:close/>
                <a:moveTo>
                  <a:pt x="101330" y="133176"/>
                </a:moveTo>
                <a:cubicBezTo>
                  <a:pt x="101330" y="128363"/>
                  <a:pt x="105202" y="124491"/>
                  <a:pt x="110015" y="124491"/>
                </a:cubicBezTo>
                <a:lnTo>
                  <a:pt x="121596" y="124491"/>
                </a:lnTo>
                <a:cubicBezTo>
                  <a:pt x="126409" y="124491"/>
                  <a:pt x="130281" y="128363"/>
                  <a:pt x="130281" y="133176"/>
                </a:cubicBezTo>
                <a:cubicBezTo>
                  <a:pt x="130281" y="137989"/>
                  <a:pt x="126409" y="141862"/>
                  <a:pt x="121596" y="141862"/>
                </a:cubicBezTo>
                <a:lnTo>
                  <a:pt x="110015" y="141862"/>
                </a:lnTo>
                <a:cubicBezTo>
                  <a:pt x="105202" y="141862"/>
                  <a:pt x="101330" y="137989"/>
                  <a:pt x="101330" y="133176"/>
                </a:cubicBezTo>
                <a:close/>
                <a:moveTo>
                  <a:pt x="144757" y="133176"/>
                </a:moveTo>
                <a:cubicBezTo>
                  <a:pt x="144757" y="128363"/>
                  <a:pt x="148629" y="124491"/>
                  <a:pt x="153442" y="124491"/>
                </a:cubicBezTo>
                <a:lnTo>
                  <a:pt x="165023" y="124491"/>
                </a:lnTo>
                <a:cubicBezTo>
                  <a:pt x="169836" y="124491"/>
                  <a:pt x="173708" y="128363"/>
                  <a:pt x="173708" y="133176"/>
                </a:cubicBezTo>
                <a:cubicBezTo>
                  <a:pt x="173708" y="137989"/>
                  <a:pt x="169836" y="141862"/>
                  <a:pt x="165023" y="141862"/>
                </a:cubicBezTo>
                <a:lnTo>
                  <a:pt x="153442" y="141862"/>
                </a:lnTo>
                <a:cubicBezTo>
                  <a:pt x="148629" y="141862"/>
                  <a:pt x="144757" y="137989"/>
                  <a:pt x="144757" y="133176"/>
                </a:cubicBezTo>
                <a:close/>
                <a:moveTo>
                  <a:pt x="81064" y="63693"/>
                </a:moveTo>
                <a:cubicBezTo>
                  <a:pt x="90651" y="63693"/>
                  <a:pt x="98435" y="71477"/>
                  <a:pt x="98435" y="81064"/>
                </a:cubicBezTo>
                <a:cubicBezTo>
                  <a:pt x="98435" y="90651"/>
                  <a:pt x="90651" y="98435"/>
                  <a:pt x="81064" y="98435"/>
                </a:cubicBezTo>
                <a:cubicBezTo>
                  <a:pt x="71477" y="98435"/>
                  <a:pt x="63693" y="90651"/>
                  <a:pt x="63693" y="81064"/>
                </a:cubicBezTo>
                <a:cubicBezTo>
                  <a:pt x="63693" y="71477"/>
                  <a:pt x="71477" y="63693"/>
                  <a:pt x="81064" y="63693"/>
                </a:cubicBezTo>
                <a:close/>
                <a:moveTo>
                  <a:pt x="133176" y="81064"/>
                </a:moveTo>
                <a:cubicBezTo>
                  <a:pt x="133176" y="71477"/>
                  <a:pt x="140960" y="63693"/>
                  <a:pt x="150547" y="63693"/>
                </a:cubicBezTo>
                <a:cubicBezTo>
                  <a:pt x="160134" y="63693"/>
                  <a:pt x="167918" y="71477"/>
                  <a:pt x="167918" y="81064"/>
                </a:cubicBezTo>
                <a:cubicBezTo>
                  <a:pt x="167918" y="90651"/>
                  <a:pt x="160134" y="98435"/>
                  <a:pt x="150547" y="98435"/>
                </a:cubicBezTo>
                <a:cubicBezTo>
                  <a:pt x="140960" y="98435"/>
                  <a:pt x="133176" y="90651"/>
                  <a:pt x="133176" y="81064"/>
                </a:cubicBezTo>
                <a:close/>
                <a:moveTo>
                  <a:pt x="23161" y="81064"/>
                </a:moveTo>
                <a:cubicBezTo>
                  <a:pt x="23161" y="74658"/>
                  <a:pt x="17986" y="69483"/>
                  <a:pt x="11581" y="69483"/>
                </a:cubicBezTo>
                <a:cubicBezTo>
                  <a:pt x="5175" y="69483"/>
                  <a:pt x="0" y="74658"/>
                  <a:pt x="0" y="81064"/>
                </a:cubicBezTo>
                <a:lnTo>
                  <a:pt x="0" y="115805"/>
                </a:lnTo>
                <a:cubicBezTo>
                  <a:pt x="0" y="122211"/>
                  <a:pt x="5175" y="127386"/>
                  <a:pt x="11581" y="127386"/>
                </a:cubicBezTo>
                <a:cubicBezTo>
                  <a:pt x="17986" y="127386"/>
                  <a:pt x="23161" y="122211"/>
                  <a:pt x="23161" y="115805"/>
                </a:cubicBezTo>
                <a:lnTo>
                  <a:pt x="23161" y="81064"/>
                </a:lnTo>
                <a:close/>
                <a:moveTo>
                  <a:pt x="220030" y="69483"/>
                </a:moveTo>
                <a:cubicBezTo>
                  <a:pt x="213625" y="69483"/>
                  <a:pt x="208450" y="74658"/>
                  <a:pt x="208450" y="81064"/>
                </a:cubicBezTo>
                <a:lnTo>
                  <a:pt x="208450" y="115805"/>
                </a:lnTo>
                <a:cubicBezTo>
                  <a:pt x="208450" y="122211"/>
                  <a:pt x="213625" y="127386"/>
                  <a:pt x="220030" y="127386"/>
                </a:cubicBezTo>
                <a:cubicBezTo>
                  <a:pt x="226436" y="127386"/>
                  <a:pt x="231611" y="122211"/>
                  <a:pt x="231611" y="115805"/>
                </a:cubicBezTo>
                <a:lnTo>
                  <a:pt x="231611" y="81064"/>
                </a:lnTo>
                <a:cubicBezTo>
                  <a:pt x="231611" y="74658"/>
                  <a:pt x="226436" y="69483"/>
                  <a:pt x="220030" y="69483"/>
                </a:cubicBezTo>
                <a:close/>
              </a:path>
            </a:pathLst>
          </a:custGeom>
          <a:solidFill>
            <a:srgbClr val="2B7FFF"/>
          </a:solidFill>
          <a:ln/>
        </p:spPr>
      </p:sp>
      <p:sp>
        <p:nvSpPr>
          <p:cNvPr id="65" name="Text 63"/>
          <p:cNvSpPr/>
          <p:nvPr/>
        </p:nvSpPr>
        <p:spPr>
          <a:xfrm>
            <a:off x="6618540" y="5628662"/>
            <a:ext cx="5123234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Figma MCP Server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618540" y="5888066"/>
            <a:ext cx="5123234" cy="444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Kết nối Copilot với Figma để sinh code UI tự động từ 5 section thiết kế, đảm bảo layout và màu sắc chính xác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7" grpId="0" animBg="1"/>
      <p:bldP spid="11" grpId="0" animBg="1"/>
      <p:bldP spid="12" grpId="0" animBg="1"/>
      <p:bldP spid="16" grpId="0" animBg="1"/>
      <p:bldP spid="17" grpId="0" animBg="1"/>
      <p:bldP spid="21" grpId="0" animBg="1"/>
      <p:bldP spid="22" grpId="0" animBg="1"/>
      <p:bldP spid="26" grpId="0" animBg="1"/>
      <p:bldP spid="27" grpId="0" animBg="1"/>
      <p:bldP spid="31" grpId="0" animBg="1"/>
      <p:bldP spid="32" grpId="0" animBg="1"/>
      <p:bldP spid="35" grpId="0" animBg="1"/>
      <p:bldP spid="38" grpId="0" animBg="1"/>
      <p:bldP spid="39" grpId="0" animBg="1"/>
      <p:bldP spid="42" grpId="0" animBg="1"/>
      <p:bldP spid="43" grpId="0" animBg="1"/>
      <p:bldP spid="46" grpId="0" animBg="1"/>
      <p:bldP spid="47" grpId="0" animBg="1"/>
      <p:bldP spid="50" grpId="0" animBg="1"/>
      <p:bldP spid="51" grpId="0" animBg="1"/>
      <p:bldP spid="53" grpId="0" animBg="1"/>
      <p:bldP spid="56" grpId="0" animBg="1"/>
      <p:bldP spid="60" grpId="0" animBg="1"/>
      <p:bldP spid="61" grpId="0" animBg="1"/>
      <p:bldP spid="65" grpId="0" animBg="1"/>
      <p:bldP spid="6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3181" y="323181"/>
            <a:ext cx="11610274" cy="193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8" b="1" kern="0" spc="102" dirty="0">
                <a:solidFill>
                  <a:srgbClr val="FF69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CHAPTER 03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3181" y="581726"/>
            <a:ext cx="11691070" cy="323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90" b="1" dirty="0">
                <a:solidFill>
                  <a:srgbClr val="10182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JAVA MIGRATION - SPRING BOOT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3181" y="969543"/>
            <a:ext cx="11618354" cy="226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dirty="0">
                <a:solidFill>
                  <a:srgbClr val="6A72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Migrate backend từ Python FastAPI sang Java Spring Boot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6772" y="1328633"/>
            <a:ext cx="5687086" cy="4192375"/>
          </a:xfrm>
          <a:custGeom>
            <a:avLst/>
            <a:gdLst/>
            <a:ahLst/>
            <a:cxnLst/>
            <a:rect l="l" t="t" r="r" b="b"/>
            <a:pathLst>
              <a:path w="5687086" h="4192375">
                <a:moveTo>
                  <a:pt x="193897" y="0"/>
                </a:moveTo>
                <a:lnTo>
                  <a:pt x="5493189" y="0"/>
                </a:lnTo>
                <a:cubicBezTo>
                  <a:pt x="5600276" y="0"/>
                  <a:pt x="5687086" y="86811"/>
                  <a:pt x="5687086" y="193897"/>
                </a:cubicBezTo>
                <a:lnTo>
                  <a:pt x="5687086" y="3998477"/>
                </a:lnTo>
                <a:cubicBezTo>
                  <a:pt x="5687086" y="4105564"/>
                  <a:pt x="5600276" y="4192375"/>
                  <a:pt x="5493189" y="4192375"/>
                </a:cubicBezTo>
                <a:lnTo>
                  <a:pt x="193897" y="4192375"/>
                </a:lnTo>
                <a:cubicBezTo>
                  <a:pt x="86811" y="4192375"/>
                  <a:pt x="0" y="4105564"/>
                  <a:pt x="0" y="3998477"/>
                </a:cubicBezTo>
                <a:lnTo>
                  <a:pt x="0" y="193897"/>
                </a:lnTo>
                <a:cubicBezTo>
                  <a:pt x="0" y="86811"/>
                  <a:pt x="86811" y="0"/>
                  <a:pt x="193897" y="0"/>
                </a:cubicBezTo>
                <a:close/>
              </a:path>
            </a:pathLst>
          </a:custGeom>
          <a:gradFill flip="none" rotWithShape="1">
            <a:gsLst>
              <a:gs pos="0">
                <a:srgbClr val="FFF7ED"/>
              </a:gs>
              <a:gs pos="100000">
                <a:srgbClr val="FFFBEB"/>
              </a:gs>
            </a:gsLst>
            <a:lin ang="2700000" scaled="1"/>
          </a:gradFill>
          <a:ln w="11289">
            <a:solidFill>
              <a:srgbClr val="FFED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2152" y="1526134"/>
            <a:ext cx="161590" cy="161590"/>
          </a:xfrm>
          <a:custGeom>
            <a:avLst/>
            <a:gdLst/>
            <a:ahLst/>
            <a:cxnLst/>
            <a:rect l="l" t="t" r="r" b="b"/>
            <a:pathLst>
              <a:path w="161590" h="161590">
                <a:moveTo>
                  <a:pt x="158624" y="47530"/>
                </a:moveTo>
                <a:lnTo>
                  <a:pt x="128326" y="77829"/>
                </a:lnTo>
                <a:cubicBezTo>
                  <a:pt x="125422" y="80732"/>
                  <a:pt x="121098" y="81584"/>
                  <a:pt x="117311" y="80006"/>
                </a:cubicBezTo>
                <a:cubicBezTo>
                  <a:pt x="113524" y="78428"/>
                  <a:pt x="111093" y="74767"/>
                  <a:pt x="111093" y="70696"/>
                </a:cubicBezTo>
                <a:lnTo>
                  <a:pt x="111093" y="50497"/>
                </a:lnTo>
                <a:lnTo>
                  <a:pt x="10099" y="50497"/>
                </a:lnTo>
                <a:cubicBezTo>
                  <a:pt x="4513" y="50497"/>
                  <a:pt x="0" y="45984"/>
                  <a:pt x="0" y="40398"/>
                </a:cubicBezTo>
                <a:cubicBezTo>
                  <a:pt x="0" y="34811"/>
                  <a:pt x="4513" y="30298"/>
                  <a:pt x="10099" y="30298"/>
                </a:cubicBezTo>
                <a:lnTo>
                  <a:pt x="111093" y="30298"/>
                </a:lnTo>
                <a:lnTo>
                  <a:pt x="111093" y="10099"/>
                </a:lnTo>
                <a:cubicBezTo>
                  <a:pt x="111093" y="6028"/>
                  <a:pt x="113555" y="2335"/>
                  <a:pt x="117342" y="757"/>
                </a:cubicBezTo>
                <a:cubicBezTo>
                  <a:pt x="121130" y="-821"/>
                  <a:pt x="125454" y="63"/>
                  <a:pt x="128357" y="2935"/>
                </a:cubicBezTo>
                <a:lnTo>
                  <a:pt x="158655" y="33233"/>
                </a:lnTo>
                <a:cubicBezTo>
                  <a:pt x="162600" y="37178"/>
                  <a:pt x="162600" y="43585"/>
                  <a:pt x="158655" y="47530"/>
                </a:cubicBezTo>
                <a:close/>
                <a:moveTo>
                  <a:pt x="33233" y="158624"/>
                </a:moveTo>
                <a:lnTo>
                  <a:pt x="2935" y="128326"/>
                </a:lnTo>
                <a:cubicBezTo>
                  <a:pt x="-1010" y="124380"/>
                  <a:pt x="-1010" y="117974"/>
                  <a:pt x="2935" y="114029"/>
                </a:cubicBezTo>
                <a:lnTo>
                  <a:pt x="33233" y="83730"/>
                </a:lnTo>
                <a:cubicBezTo>
                  <a:pt x="36137" y="80827"/>
                  <a:pt x="40461" y="79975"/>
                  <a:pt x="44248" y="81553"/>
                </a:cubicBezTo>
                <a:cubicBezTo>
                  <a:pt x="48035" y="83131"/>
                  <a:pt x="50497" y="86823"/>
                  <a:pt x="50497" y="90895"/>
                </a:cubicBezTo>
                <a:lnTo>
                  <a:pt x="50497" y="111093"/>
                </a:lnTo>
                <a:lnTo>
                  <a:pt x="151491" y="111093"/>
                </a:lnTo>
                <a:cubicBezTo>
                  <a:pt x="157077" y="111093"/>
                  <a:pt x="161590" y="115607"/>
                  <a:pt x="161590" y="121193"/>
                </a:cubicBezTo>
                <a:cubicBezTo>
                  <a:pt x="161590" y="126779"/>
                  <a:pt x="157077" y="131292"/>
                  <a:pt x="151491" y="131292"/>
                </a:cubicBezTo>
                <a:lnTo>
                  <a:pt x="50497" y="131292"/>
                </a:lnTo>
                <a:lnTo>
                  <a:pt x="50497" y="151491"/>
                </a:lnTo>
                <a:cubicBezTo>
                  <a:pt x="50497" y="155562"/>
                  <a:pt x="48035" y="159255"/>
                  <a:pt x="44248" y="160833"/>
                </a:cubicBezTo>
                <a:cubicBezTo>
                  <a:pt x="40461" y="162411"/>
                  <a:pt x="36137" y="161527"/>
                  <a:pt x="33233" y="158655"/>
                </a:cubicBezTo>
                <a:close/>
              </a:path>
            </a:pathLst>
          </a:custGeom>
          <a:solidFill>
            <a:srgbClr val="FF6900"/>
          </a:solidFill>
          <a:ln/>
        </p:spPr>
      </p:sp>
      <p:sp>
        <p:nvSpPr>
          <p:cNvPr id="7" name="Text 5"/>
          <p:cNvSpPr/>
          <p:nvPr/>
        </p:nvSpPr>
        <p:spPr>
          <a:xfrm>
            <a:off x="693941" y="1493816"/>
            <a:ext cx="5235531" cy="226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2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Quy trình dùng Copilot (6 bước)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91953" y="1849315"/>
            <a:ext cx="5356724" cy="387817"/>
          </a:xfrm>
          <a:custGeom>
            <a:avLst/>
            <a:gdLst/>
            <a:ahLst/>
            <a:cxnLst/>
            <a:rect l="l" t="t" r="r" b="b"/>
            <a:pathLst>
              <a:path w="5356724" h="387817">
                <a:moveTo>
                  <a:pt x="96954" y="0"/>
                </a:moveTo>
                <a:lnTo>
                  <a:pt x="5259769" y="0"/>
                </a:lnTo>
                <a:cubicBezTo>
                  <a:pt x="5313316" y="0"/>
                  <a:pt x="5356724" y="43408"/>
                  <a:pt x="5356724" y="96954"/>
                </a:cubicBezTo>
                <a:lnTo>
                  <a:pt x="5356724" y="290863"/>
                </a:lnTo>
                <a:cubicBezTo>
                  <a:pt x="5356724" y="344409"/>
                  <a:pt x="5313316" y="387817"/>
                  <a:pt x="5259769" y="387817"/>
                </a:cubicBezTo>
                <a:lnTo>
                  <a:pt x="96954" y="387817"/>
                </a:lnTo>
                <a:cubicBezTo>
                  <a:pt x="43408" y="387817"/>
                  <a:pt x="0" y="344409"/>
                  <a:pt x="0" y="290863"/>
                </a:cubicBezTo>
                <a:lnTo>
                  <a:pt x="0" y="96954"/>
                </a:lnTo>
                <a:cubicBezTo>
                  <a:pt x="0" y="43444"/>
                  <a:pt x="43444" y="0"/>
                  <a:pt x="96954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56589" y="1913951"/>
            <a:ext cx="258545" cy="258545"/>
          </a:xfrm>
          <a:custGeom>
            <a:avLst/>
            <a:gdLst/>
            <a:ahLst/>
            <a:cxnLst/>
            <a:rect l="l" t="t" r="r" b="b"/>
            <a:pathLst>
              <a:path w="258545" h="258545">
                <a:moveTo>
                  <a:pt x="64636" y="0"/>
                </a:moveTo>
                <a:lnTo>
                  <a:pt x="193909" y="0"/>
                </a:lnTo>
                <a:cubicBezTo>
                  <a:pt x="229606" y="0"/>
                  <a:pt x="258545" y="28939"/>
                  <a:pt x="258545" y="64636"/>
                </a:cubicBezTo>
                <a:lnTo>
                  <a:pt x="258545" y="193909"/>
                </a:lnTo>
                <a:cubicBezTo>
                  <a:pt x="258545" y="229606"/>
                  <a:pt x="229606" y="258545"/>
                  <a:pt x="193909" y="258545"/>
                </a:cubicBezTo>
                <a:lnTo>
                  <a:pt x="64636" y="258545"/>
                </a:lnTo>
                <a:cubicBezTo>
                  <a:pt x="28939" y="258545"/>
                  <a:pt x="0" y="229606"/>
                  <a:pt x="0" y="193909"/>
                </a:cubicBezTo>
                <a:lnTo>
                  <a:pt x="0" y="64636"/>
                </a:lnTo>
                <a:cubicBezTo>
                  <a:pt x="0" y="28963"/>
                  <a:pt x="28963" y="0"/>
                  <a:pt x="64636" y="0"/>
                </a:cubicBezTo>
                <a:close/>
              </a:path>
            </a:pathLst>
          </a:custGeom>
          <a:solidFill>
            <a:srgbClr val="FF6900"/>
          </a:solidFill>
          <a:ln/>
        </p:spPr>
      </p:sp>
      <p:sp>
        <p:nvSpPr>
          <p:cNvPr id="10" name="Text 8"/>
          <p:cNvSpPr/>
          <p:nvPr/>
        </p:nvSpPr>
        <p:spPr>
          <a:xfrm>
            <a:off x="528311" y="1913951"/>
            <a:ext cx="315101" cy="258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1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2088" y="1946269"/>
            <a:ext cx="2690481" cy="193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8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Đưa vào context: OpenAPI, PRD, Python gốc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91953" y="2301768"/>
            <a:ext cx="5356724" cy="387817"/>
          </a:xfrm>
          <a:custGeom>
            <a:avLst/>
            <a:gdLst/>
            <a:ahLst/>
            <a:cxnLst/>
            <a:rect l="l" t="t" r="r" b="b"/>
            <a:pathLst>
              <a:path w="5356724" h="387817">
                <a:moveTo>
                  <a:pt x="96954" y="0"/>
                </a:moveTo>
                <a:lnTo>
                  <a:pt x="5259769" y="0"/>
                </a:lnTo>
                <a:cubicBezTo>
                  <a:pt x="5313316" y="0"/>
                  <a:pt x="5356724" y="43408"/>
                  <a:pt x="5356724" y="96954"/>
                </a:cubicBezTo>
                <a:lnTo>
                  <a:pt x="5356724" y="290863"/>
                </a:lnTo>
                <a:cubicBezTo>
                  <a:pt x="5356724" y="344409"/>
                  <a:pt x="5313316" y="387817"/>
                  <a:pt x="5259769" y="387817"/>
                </a:cubicBezTo>
                <a:lnTo>
                  <a:pt x="96954" y="387817"/>
                </a:lnTo>
                <a:cubicBezTo>
                  <a:pt x="43408" y="387817"/>
                  <a:pt x="0" y="344409"/>
                  <a:pt x="0" y="290863"/>
                </a:cubicBezTo>
                <a:lnTo>
                  <a:pt x="0" y="96954"/>
                </a:lnTo>
                <a:cubicBezTo>
                  <a:pt x="0" y="43444"/>
                  <a:pt x="43444" y="0"/>
                  <a:pt x="96954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56589" y="2366405"/>
            <a:ext cx="258545" cy="258545"/>
          </a:xfrm>
          <a:custGeom>
            <a:avLst/>
            <a:gdLst/>
            <a:ahLst/>
            <a:cxnLst/>
            <a:rect l="l" t="t" r="r" b="b"/>
            <a:pathLst>
              <a:path w="258545" h="258545">
                <a:moveTo>
                  <a:pt x="64636" y="0"/>
                </a:moveTo>
                <a:lnTo>
                  <a:pt x="193909" y="0"/>
                </a:lnTo>
                <a:cubicBezTo>
                  <a:pt x="229606" y="0"/>
                  <a:pt x="258545" y="28939"/>
                  <a:pt x="258545" y="64636"/>
                </a:cubicBezTo>
                <a:lnTo>
                  <a:pt x="258545" y="193909"/>
                </a:lnTo>
                <a:cubicBezTo>
                  <a:pt x="258545" y="229606"/>
                  <a:pt x="229606" y="258545"/>
                  <a:pt x="193909" y="258545"/>
                </a:cubicBezTo>
                <a:lnTo>
                  <a:pt x="64636" y="258545"/>
                </a:lnTo>
                <a:cubicBezTo>
                  <a:pt x="28939" y="258545"/>
                  <a:pt x="0" y="229606"/>
                  <a:pt x="0" y="193909"/>
                </a:cubicBezTo>
                <a:lnTo>
                  <a:pt x="0" y="64636"/>
                </a:lnTo>
                <a:cubicBezTo>
                  <a:pt x="0" y="28963"/>
                  <a:pt x="28963" y="0"/>
                  <a:pt x="64636" y="0"/>
                </a:cubicBezTo>
                <a:close/>
              </a:path>
            </a:pathLst>
          </a:custGeom>
          <a:solidFill>
            <a:srgbClr val="FF6900"/>
          </a:solidFill>
          <a:ln/>
        </p:spPr>
      </p:sp>
      <p:sp>
        <p:nvSpPr>
          <p:cNvPr id="14" name="Text 12"/>
          <p:cNvSpPr/>
          <p:nvPr/>
        </p:nvSpPr>
        <p:spPr>
          <a:xfrm>
            <a:off x="528311" y="2366405"/>
            <a:ext cx="315101" cy="258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1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2088" y="2398723"/>
            <a:ext cx="2157233" cy="193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8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Yêu cầu Copilot lập kế hoạch (plan)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91953" y="2754222"/>
            <a:ext cx="5356724" cy="387817"/>
          </a:xfrm>
          <a:custGeom>
            <a:avLst/>
            <a:gdLst/>
            <a:ahLst/>
            <a:cxnLst/>
            <a:rect l="l" t="t" r="r" b="b"/>
            <a:pathLst>
              <a:path w="5356724" h="387817">
                <a:moveTo>
                  <a:pt x="96954" y="0"/>
                </a:moveTo>
                <a:lnTo>
                  <a:pt x="5259769" y="0"/>
                </a:lnTo>
                <a:cubicBezTo>
                  <a:pt x="5313316" y="0"/>
                  <a:pt x="5356724" y="43408"/>
                  <a:pt x="5356724" y="96954"/>
                </a:cubicBezTo>
                <a:lnTo>
                  <a:pt x="5356724" y="290863"/>
                </a:lnTo>
                <a:cubicBezTo>
                  <a:pt x="5356724" y="344409"/>
                  <a:pt x="5313316" y="387817"/>
                  <a:pt x="5259769" y="387817"/>
                </a:cubicBezTo>
                <a:lnTo>
                  <a:pt x="96954" y="387817"/>
                </a:lnTo>
                <a:cubicBezTo>
                  <a:pt x="43408" y="387817"/>
                  <a:pt x="0" y="344409"/>
                  <a:pt x="0" y="290863"/>
                </a:cubicBezTo>
                <a:lnTo>
                  <a:pt x="0" y="96954"/>
                </a:lnTo>
                <a:cubicBezTo>
                  <a:pt x="0" y="43444"/>
                  <a:pt x="43444" y="0"/>
                  <a:pt x="96954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56589" y="2818858"/>
            <a:ext cx="258545" cy="258545"/>
          </a:xfrm>
          <a:custGeom>
            <a:avLst/>
            <a:gdLst/>
            <a:ahLst/>
            <a:cxnLst/>
            <a:rect l="l" t="t" r="r" b="b"/>
            <a:pathLst>
              <a:path w="258545" h="258545">
                <a:moveTo>
                  <a:pt x="64636" y="0"/>
                </a:moveTo>
                <a:lnTo>
                  <a:pt x="193909" y="0"/>
                </a:lnTo>
                <a:cubicBezTo>
                  <a:pt x="229606" y="0"/>
                  <a:pt x="258545" y="28939"/>
                  <a:pt x="258545" y="64636"/>
                </a:cubicBezTo>
                <a:lnTo>
                  <a:pt x="258545" y="193909"/>
                </a:lnTo>
                <a:cubicBezTo>
                  <a:pt x="258545" y="229606"/>
                  <a:pt x="229606" y="258545"/>
                  <a:pt x="193909" y="258545"/>
                </a:cubicBezTo>
                <a:lnTo>
                  <a:pt x="64636" y="258545"/>
                </a:lnTo>
                <a:cubicBezTo>
                  <a:pt x="28939" y="258545"/>
                  <a:pt x="0" y="229606"/>
                  <a:pt x="0" y="193909"/>
                </a:cubicBezTo>
                <a:lnTo>
                  <a:pt x="0" y="64636"/>
                </a:lnTo>
                <a:cubicBezTo>
                  <a:pt x="0" y="28963"/>
                  <a:pt x="28963" y="0"/>
                  <a:pt x="64636" y="0"/>
                </a:cubicBezTo>
                <a:close/>
              </a:path>
            </a:pathLst>
          </a:custGeom>
          <a:solidFill>
            <a:srgbClr val="FF6900"/>
          </a:solidFill>
          <a:ln/>
        </p:spPr>
      </p:sp>
      <p:sp>
        <p:nvSpPr>
          <p:cNvPr id="18" name="Text 16"/>
          <p:cNvSpPr/>
          <p:nvPr/>
        </p:nvSpPr>
        <p:spPr>
          <a:xfrm>
            <a:off x="528311" y="2818858"/>
            <a:ext cx="315101" cy="258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1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2088" y="2851176"/>
            <a:ext cx="2843992" cy="193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8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Tạo khung Spring Boot Maven + dependencies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91953" y="3206675"/>
            <a:ext cx="5356724" cy="387817"/>
          </a:xfrm>
          <a:custGeom>
            <a:avLst/>
            <a:gdLst/>
            <a:ahLst/>
            <a:cxnLst/>
            <a:rect l="l" t="t" r="r" b="b"/>
            <a:pathLst>
              <a:path w="5356724" h="387817">
                <a:moveTo>
                  <a:pt x="96954" y="0"/>
                </a:moveTo>
                <a:lnTo>
                  <a:pt x="5259769" y="0"/>
                </a:lnTo>
                <a:cubicBezTo>
                  <a:pt x="5313316" y="0"/>
                  <a:pt x="5356724" y="43408"/>
                  <a:pt x="5356724" y="96954"/>
                </a:cubicBezTo>
                <a:lnTo>
                  <a:pt x="5356724" y="290863"/>
                </a:lnTo>
                <a:cubicBezTo>
                  <a:pt x="5356724" y="344409"/>
                  <a:pt x="5313316" y="387817"/>
                  <a:pt x="5259769" y="387817"/>
                </a:cubicBezTo>
                <a:lnTo>
                  <a:pt x="96954" y="387817"/>
                </a:lnTo>
                <a:cubicBezTo>
                  <a:pt x="43408" y="387817"/>
                  <a:pt x="0" y="344409"/>
                  <a:pt x="0" y="290863"/>
                </a:cubicBezTo>
                <a:lnTo>
                  <a:pt x="0" y="96954"/>
                </a:lnTo>
                <a:cubicBezTo>
                  <a:pt x="0" y="43444"/>
                  <a:pt x="43444" y="0"/>
                  <a:pt x="96954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556589" y="3271311"/>
            <a:ext cx="258545" cy="258545"/>
          </a:xfrm>
          <a:custGeom>
            <a:avLst/>
            <a:gdLst/>
            <a:ahLst/>
            <a:cxnLst/>
            <a:rect l="l" t="t" r="r" b="b"/>
            <a:pathLst>
              <a:path w="258545" h="258545">
                <a:moveTo>
                  <a:pt x="64636" y="0"/>
                </a:moveTo>
                <a:lnTo>
                  <a:pt x="193909" y="0"/>
                </a:lnTo>
                <a:cubicBezTo>
                  <a:pt x="229606" y="0"/>
                  <a:pt x="258545" y="28939"/>
                  <a:pt x="258545" y="64636"/>
                </a:cubicBezTo>
                <a:lnTo>
                  <a:pt x="258545" y="193909"/>
                </a:lnTo>
                <a:cubicBezTo>
                  <a:pt x="258545" y="229606"/>
                  <a:pt x="229606" y="258545"/>
                  <a:pt x="193909" y="258545"/>
                </a:cubicBezTo>
                <a:lnTo>
                  <a:pt x="64636" y="258545"/>
                </a:lnTo>
                <a:cubicBezTo>
                  <a:pt x="28939" y="258545"/>
                  <a:pt x="0" y="229606"/>
                  <a:pt x="0" y="193909"/>
                </a:cubicBezTo>
                <a:lnTo>
                  <a:pt x="0" y="64636"/>
                </a:lnTo>
                <a:cubicBezTo>
                  <a:pt x="0" y="28963"/>
                  <a:pt x="28963" y="0"/>
                  <a:pt x="64636" y="0"/>
                </a:cubicBezTo>
                <a:close/>
              </a:path>
            </a:pathLst>
          </a:custGeom>
          <a:solidFill>
            <a:srgbClr val="FF6900"/>
          </a:solidFill>
          <a:ln/>
        </p:spPr>
      </p:sp>
      <p:sp>
        <p:nvSpPr>
          <p:cNvPr id="22" name="Text 20"/>
          <p:cNvSpPr/>
          <p:nvPr/>
        </p:nvSpPr>
        <p:spPr>
          <a:xfrm>
            <a:off x="528311" y="3271311"/>
            <a:ext cx="315101" cy="258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1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2088" y="3303629"/>
            <a:ext cx="2650083" cy="193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8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Map endpoint 1:1 từ FastAPI sang Controller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91953" y="3659128"/>
            <a:ext cx="5356724" cy="387817"/>
          </a:xfrm>
          <a:custGeom>
            <a:avLst/>
            <a:gdLst/>
            <a:ahLst/>
            <a:cxnLst/>
            <a:rect l="l" t="t" r="r" b="b"/>
            <a:pathLst>
              <a:path w="5356724" h="387817">
                <a:moveTo>
                  <a:pt x="96954" y="0"/>
                </a:moveTo>
                <a:lnTo>
                  <a:pt x="5259769" y="0"/>
                </a:lnTo>
                <a:cubicBezTo>
                  <a:pt x="5313316" y="0"/>
                  <a:pt x="5356724" y="43408"/>
                  <a:pt x="5356724" y="96954"/>
                </a:cubicBezTo>
                <a:lnTo>
                  <a:pt x="5356724" y="290863"/>
                </a:lnTo>
                <a:cubicBezTo>
                  <a:pt x="5356724" y="344409"/>
                  <a:pt x="5313316" y="387817"/>
                  <a:pt x="5259769" y="387817"/>
                </a:cubicBezTo>
                <a:lnTo>
                  <a:pt x="96954" y="387817"/>
                </a:lnTo>
                <a:cubicBezTo>
                  <a:pt x="43408" y="387817"/>
                  <a:pt x="0" y="344409"/>
                  <a:pt x="0" y="290863"/>
                </a:cubicBezTo>
                <a:lnTo>
                  <a:pt x="0" y="96954"/>
                </a:lnTo>
                <a:cubicBezTo>
                  <a:pt x="0" y="43444"/>
                  <a:pt x="43444" y="0"/>
                  <a:pt x="96954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56589" y="3723765"/>
            <a:ext cx="258545" cy="258545"/>
          </a:xfrm>
          <a:custGeom>
            <a:avLst/>
            <a:gdLst/>
            <a:ahLst/>
            <a:cxnLst/>
            <a:rect l="l" t="t" r="r" b="b"/>
            <a:pathLst>
              <a:path w="258545" h="258545">
                <a:moveTo>
                  <a:pt x="64636" y="0"/>
                </a:moveTo>
                <a:lnTo>
                  <a:pt x="193909" y="0"/>
                </a:lnTo>
                <a:cubicBezTo>
                  <a:pt x="229606" y="0"/>
                  <a:pt x="258545" y="28939"/>
                  <a:pt x="258545" y="64636"/>
                </a:cubicBezTo>
                <a:lnTo>
                  <a:pt x="258545" y="193909"/>
                </a:lnTo>
                <a:cubicBezTo>
                  <a:pt x="258545" y="229606"/>
                  <a:pt x="229606" y="258545"/>
                  <a:pt x="193909" y="258545"/>
                </a:cubicBezTo>
                <a:lnTo>
                  <a:pt x="64636" y="258545"/>
                </a:lnTo>
                <a:cubicBezTo>
                  <a:pt x="28939" y="258545"/>
                  <a:pt x="0" y="229606"/>
                  <a:pt x="0" y="193909"/>
                </a:cubicBezTo>
                <a:lnTo>
                  <a:pt x="0" y="64636"/>
                </a:lnTo>
                <a:cubicBezTo>
                  <a:pt x="0" y="28963"/>
                  <a:pt x="28963" y="0"/>
                  <a:pt x="64636" y="0"/>
                </a:cubicBezTo>
                <a:close/>
              </a:path>
            </a:pathLst>
          </a:custGeom>
          <a:solidFill>
            <a:srgbClr val="FF6900"/>
          </a:solidFill>
          <a:ln/>
        </p:spPr>
      </p:sp>
      <p:sp>
        <p:nvSpPr>
          <p:cNvPr id="26" name="Text 24"/>
          <p:cNvSpPr/>
          <p:nvPr/>
        </p:nvSpPr>
        <p:spPr>
          <a:xfrm>
            <a:off x="528311" y="3723765"/>
            <a:ext cx="315101" cy="258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1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12088" y="3756083"/>
            <a:ext cx="2149153" cy="193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8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Tạo Entity/DTO/Service/Repository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91953" y="4111582"/>
            <a:ext cx="5356724" cy="387817"/>
          </a:xfrm>
          <a:custGeom>
            <a:avLst/>
            <a:gdLst/>
            <a:ahLst/>
            <a:cxnLst/>
            <a:rect l="l" t="t" r="r" b="b"/>
            <a:pathLst>
              <a:path w="5356724" h="387817">
                <a:moveTo>
                  <a:pt x="96954" y="0"/>
                </a:moveTo>
                <a:lnTo>
                  <a:pt x="5259769" y="0"/>
                </a:lnTo>
                <a:cubicBezTo>
                  <a:pt x="5313316" y="0"/>
                  <a:pt x="5356724" y="43408"/>
                  <a:pt x="5356724" y="96954"/>
                </a:cubicBezTo>
                <a:lnTo>
                  <a:pt x="5356724" y="290863"/>
                </a:lnTo>
                <a:cubicBezTo>
                  <a:pt x="5356724" y="344409"/>
                  <a:pt x="5313316" y="387817"/>
                  <a:pt x="5259769" y="387817"/>
                </a:cubicBezTo>
                <a:lnTo>
                  <a:pt x="96954" y="387817"/>
                </a:lnTo>
                <a:cubicBezTo>
                  <a:pt x="43408" y="387817"/>
                  <a:pt x="0" y="344409"/>
                  <a:pt x="0" y="290863"/>
                </a:cubicBezTo>
                <a:lnTo>
                  <a:pt x="0" y="96954"/>
                </a:lnTo>
                <a:cubicBezTo>
                  <a:pt x="0" y="43444"/>
                  <a:pt x="43444" y="0"/>
                  <a:pt x="96954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56589" y="4176218"/>
            <a:ext cx="258545" cy="258545"/>
          </a:xfrm>
          <a:custGeom>
            <a:avLst/>
            <a:gdLst/>
            <a:ahLst/>
            <a:cxnLst/>
            <a:rect l="l" t="t" r="r" b="b"/>
            <a:pathLst>
              <a:path w="258545" h="258545">
                <a:moveTo>
                  <a:pt x="64636" y="0"/>
                </a:moveTo>
                <a:lnTo>
                  <a:pt x="193909" y="0"/>
                </a:lnTo>
                <a:cubicBezTo>
                  <a:pt x="229606" y="0"/>
                  <a:pt x="258545" y="28939"/>
                  <a:pt x="258545" y="64636"/>
                </a:cubicBezTo>
                <a:lnTo>
                  <a:pt x="258545" y="193909"/>
                </a:lnTo>
                <a:cubicBezTo>
                  <a:pt x="258545" y="229606"/>
                  <a:pt x="229606" y="258545"/>
                  <a:pt x="193909" y="258545"/>
                </a:cubicBezTo>
                <a:lnTo>
                  <a:pt x="64636" y="258545"/>
                </a:lnTo>
                <a:cubicBezTo>
                  <a:pt x="28939" y="258545"/>
                  <a:pt x="0" y="229606"/>
                  <a:pt x="0" y="193909"/>
                </a:cubicBezTo>
                <a:lnTo>
                  <a:pt x="0" y="64636"/>
                </a:lnTo>
                <a:cubicBezTo>
                  <a:pt x="0" y="28963"/>
                  <a:pt x="28963" y="0"/>
                  <a:pt x="64636" y="0"/>
                </a:cubicBezTo>
                <a:close/>
              </a:path>
            </a:pathLst>
          </a:custGeom>
          <a:solidFill>
            <a:srgbClr val="FF6900"/>
          </a:solidFill>
          <a:ln/>
        </p:spPr>
      </p:sp>
      <p:sp>
        <p:nvSpPr>
          <p:cNvPr id="30" name="Text 28"/>
          <p:cNvSpPr/>
          <p:nvPr/>
        </p:nvSpPr>
        <p:spPr>
          <a:xfrm>
            <a:off x="528311" y="4176218"/>
            <a:ext cx="315101" cy="258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1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12088" y="4208536"/>
            <a:ext cx="2415777" cy="193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8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Chạy build, sửa lỗi, kiểm tra Swagger UI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81733" y="1328633"/>
            <a:ext cx="5687086" cy="2431039"/>
          </a:xfrm>
          <a:custGeom>
            <a:avLst/>
            <a:gdLst/>
            <a:ahLst/>
            <a:cxnLst/>
            <a:rect l="l" t="t" r="r" b="b"/>
            <a:pathLst>
              <a:path w="5687086" h="2431039">
                <a:moveTo>
                  <a:pt x="193900" y="0"/>
                </a:moveTo>
                <a:lnTo>
                  <a:pt x="5493187" y="0"/>
                </a:lnTo>
                <a:cubicBezTo>
                  <a:pt x="5600275" y="0"/>
                  <a:pt x="5687086" y="86812"/>
                  <a:pt x="5687086" y="193900"/>
                </a:cubicBezTo>
                <a:lnTo>
                  <a:pt x="5687086" y="2237139"/>
                </a:lnTo>
                <a:cubicBezTo>
                  <a:pt x="5687086" y="2344155"/>
                  <a:pt x="5600203" y="2431039"/>
                  <a:pt x="5493187" y="2431039"/>
                </a:cubicBezTo>
                <a:lnTo>
                  <a:pt x="193900" y="2431039"/>
                </a:lnTo>
                <a:cubicBezTo>
                  <a:pt x="86812" y="2431039"/>
                  <a:pt x="0" y="2344227"/>
                  <a:pt x="0" y="2237139"/>
                </a:cubicBezTo>
                <a:lnTo>
                  <a:pt x="0" y="193900"/>
                </a:lnTo>
                <a:cubicBezTo>
                  <a:pt x="0" y="86884"/>
                  <a:pt x="86884" y="0"/>
                  <a:pt x="193900" y="0"/>
                </a:cubicBezTo>
                <a:close/>
              </a:path>
            </a:pathLst>
          </a:custGeom>
          <a:solidFill>
            <a:srgbClr val="FFFFFF"/>
          </a:solidFill>
          <a:ln w="11289">
            <a:solidFill>
              <a:srgbClr val="E5E7EB"/>
            </a:solidFill>
            <a:prstDash val="solid"/>
          </a:ln>
          <a:effectLst>
            <a:outerShdw blurRad="193909" dist="32318" dir="5400000" algn="bl" rotWithShape="0">
              <a:srgbClr val="000000">
                <a:alpha val="7843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367113" y="1534214"/>
            <a:ext cx="145431" cy="145431"/>
          </a:xfrm>
          <a:custGeom>
            <a:avLst/>
            <a:gdLst/>
            <a:ahLst/>
            <a:cxnLst/>
            <a:rect l="l" t="t" r="r" b="b"/>
            <a:pathLst>
              <a:path w="145431" h="145431">
                <a:moveTo>
                  <a:pt x="66041" y="1477"/>
                </a:moveTo>
                <a:cubicBezTo>
                  <a:pt x="70273" y="-483"/>
                  <a:pt x="75158" y="-483"/>
                  <a:pt x="79391" y="1477"/>
                </a:cubicBezTo>
                <a:lnTo>
                  <a:pt x="141483" y="30166"/>
                </a:lnTo>
                <a:cubicBezTo>
                  <a:pt x="143898" y="31273"/>
                  <a:pt x="145431" y="33688"/>
                  <a:pt x="145431" y="36358"/>
                </a:cubicBezTo>
                <a:cubicBezTo>
                  <a:pt x="145431" y="39028"/>
                  <a:pt x="143898" y="41442"/>
                  <a:pt x="141483" y="42550"/>
                </a:cubicBezTo>
                <a:lnTo>
                  <a:pt x="79391" y="71239"/>
                </a:lnTo>
                <a:cubicBezTo>
                  <a:pt x="75158" y="73199"/>
                  <a:pt x="70273" y="73199"/>
                  <a:pt x="66041" y="71239"/>
                </a:cubicBezTo>
                <a:lnTo>
                  <a:pt x="3948" y="42550"/>
                </a:lnTo>
                <a:cubicBezTo>
                  <a:pt x="1534" y="41414"/>
                  <a:pt x="0" y="38999"/>
                  <a:pt x="0" y="36358"/>
                </a:cubicBezTo>
                <a:cubicBezTo>
                  <a:pt x="0" y="33716"/>
                  <a:pt x="1534" y="31273"/>
                  <a:pt x="3948" y="30166"/>
                </a:cubicBezTo>
                <a:lnTo>
                  <a:pt x="66041" y="1477"/>
                </a:lnTo>
                <a:close/>
                <a:moveTo>
                  <a:pt x="13663" y="62036"/>
                </a:moveTo>
                <a:lnTo>
                  <a:pt x="60331" y="83595"/>
                </a:lnTo>
                <a:cubicBezTo>
                  <a:pt x="68199" y="87230"/>
                  <a:pt x="77260" y="87230"/>
                  <a:pt x="85129" y="83595"/>
                </a:cubicBezTo>
                <a:lnTo>
                  <a:pt x="131797" y="62036"/>
                </a:lnTo>
                <a:lnTo>
                  <a:pt x="141483" y="66524"/>
                </a:lnTo>
                <a:cubicBezTo>
                  <a:pt x="143898" y="67631"/>
                  <a:pt x="145431" y="70046"/>
                  <a:pt x="145431" y="72716"/>
                </a:cubicBezTo>
                <a:cubicBezTo>
                  <a:pt x="145431" y="75386"/>
                  <a:pt x="143898" y="77800"/>
                  <a:pt x="141483" y="78908"/>
                </a:cubicBezTo>
                <a:lnTo>
                  <a:pt x="79391" y="107597"/>
                </a:lnTo>
                <a:cubicBezTo>
                  <a:pt x="75158" y="109556"/>
                  <a:pt x="70273" y="109556"/>
                  <a:pt x="66041" y="107597"/>
                </a:cubicBezTo>
                <a:lnTo>
                  <a:pt x="3948" y="78908"/>
                </a:lnTo>
                <a:cubicBezTo>
                  <a:pt x="1534" y="77772"/>
                  <a:pt x="0" y="75357"/>
                  <a:pt x="0" y="72716"/>
                </a:cubicBezTo>
                <a:cubicBezTo>
                  <a:pt x="0" y="70074"/>
                  <a:pt x="1534" y="67631"/>
                  <a:pt x="3948" y="66524"/>
                </a:cubicBezTo>
                <a:lnTo>
                  <a:pt x="13634" y="62036"/>
                </a:lnTo>
                <a:close/>
                <a:moveTo>
                  <a:pt x="3948" y="102881"/>
                </a:moveTo>
                <a:lnTo>
                  <a:pt x="13634" y="98393"/>
                </a:lnTo>
                <a:lnTo>
                  <a:pt x="60303" y="119953"/>
                </a:lnTo>
                <a:cubicBezTo>
                  <a:pt x="68171" y="123588"/>
                  <a:pt x="77232" y="123588"/>
                  <a:pt x="85100" y="119953"/>
                </a:cubicBezTo>
                <a:lnTo>
                  <a:pt x="131769" y="98393"/>
                </a:lnTo>
                <a:lnTo>
                  <a:pt x="141455" y="102881"/>
                </a:lnTo>
                <a:cubicBezTo>
                  <a:pt x="143869" y="103989"/>
                  <a:pt x="145403" y="106404"/>
                  <a:pt x="145403" y="109074"/>
                </a:cubicBezTo>
                <a:cubicBezTo>
                  <a:pt x="145403" y="111744"/>
                  <a:pt x="143869" y="114158"/>
                  <a:pt x="141455" y="115266"/>
                </a:cubicBezTo>
                <a:lnTo>
                  <a:pt x="79362" y="143954"/>
                </a:lnTo>
                <a:cubicBezTo>
                  <a:pt x="75130" y="145914"/>
                  <a:pt x="70245" y="145914"/>
                  <a:pt x="66012" y="143954"/>
                </a:cubicBezTo>
                <a:lnTo>
                  <a:pt x="3948" y="115266"/>
                </a:lnTo>
                <a:cubicBezTo>
                  <a:pt x="1534" y="114130"/>
                  <a:pt x="0" y="111715"/>
                  <a:pt x="0" y="109074"/>
                </a:cubicBezTo>
                <a:cubicBezTo>
                  <a:pt x="0" y="106432"/>
                  <a:pt x="1534" y="103989"/>
                  <a:pt x="3948" y="102881"/>
                </a:cubicBezTo>
                <a:close/>
              </a:path>
            </a:pathLst>
          </a:custGeom>
          <a:solidFill>
            <a:srgbClr val="FF6900"/>
          </a:solidFill>
          <a:ln/>
        </p:spPr>
      </p:sp>
      <p:sp>
        <p:nvSpPr>
          <p:cNvPr id="34" name="Text 32"/>
          <p:cNvSpPr/>
          <p:nvPr/>
        </p:nvSpPr>
        <p:spPr>
          <a:xfrm>
            <a:off x="6532743" y="1493816"/>
            <a:ext cx="5243610" cy="226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Kiến trúc Layered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61278" y="1816997"/>
            <a:ext cx="5338769" cy="549408"/>
          </a:xfrm>
          <a:custGeom>
            <a:avLst/>
            <a:gdLst/>
            <a:ahLst/>
            <a:cxnLst/>
            <a:rect l="l" t="t" r="r" b="b"/>
            <a:pathLst>
              <a:path w="5338769" h="549408">
                <a:moveTo>
                  <a:pt x="28727" y="0"/>
                </a:moveTo>
                <a:lnTo>
                  <a:pt x="5241815" y="0"/>
                </a:lnTo>
                <a:cubicBezTo>
                  <a:pt x="5295361" y="0"/>
                  <a:pt x="5338769" y="43408"/>
                  <a:pt x="5338769" y="96954"/>
                </a:cubicBezTo>
                <a:lnTo>
                  <a:pt x="5338769" y="452454"/>
                </a:lnTo>
                <a:cubicBezTo>
                  <a:pt x="5338769" y="506000"/>
                  <a:pt x="5295361" y="549408"/>
                  <a:pt x="5241815" y="549408"/>
                </a:cubicBezTo>
                <a:lnTo>
                  <a:pt x="28727" y="549408"/>
                </a:lnTo>
                <a:cubicBezTo>
                  <a:pt x="12862" y="549408"/>
                  <a:pt x="0" y="536546"/>
                  <a:pt x="0" y="520680"/>
                </a:cubicBezTo>
                <a:lnTo>
                  <a:pt x="0" y="28727"/>
                </a:lnTo>
                <a:cubicBezTo>
                  <a:pt x="0" y="12862"/>
                  <a:pt x="12862" y="0"/>
                  <a:pt x="28727" y="0"/>
                </a:cubicBezTo>
                <a:close/>
              </a:path>
            </a:pathLst>
          </a:custGeom>
          <a:gradFill flip="none" rotWithShape="1">
            <a:gsLst>
              <a:gs pos="0">
                <a:srgbClr val="FFF7ED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36" name="Shape 34"/>
          <p:cNvSpPr/>
          <p:nvPr/>
        </p:nvSpPr>
        <p:spPr>
          <a:xfrm>
            <a:off x="6361278" y="1816997"/>
            <a:ext cx="28727" cy="549408"/>
          </a:xfrm>
          <a:custGeom>
            <a:avLst/>
            <a:gdLst/>
            <a:ahLst/>
            <a:cxnLst/>
            <a:rect l="l" t="t" r="r" b="b"/>
            <a:pathLst>
              <a:path w="28727" h="549408">
                <a:moveTo>
                  <a:pt x="28727" y="0"/>
                </a:moveTo>
                <a:lnTo>
                  <a:pt x="28727" y="0"/>
                </a:lnTo>
                <a:lnTo>
                  <a:pt x="28727" y="549408"/>
                </a:lnTo>
                <a:lnTo>
                  <a:pt x="28727" y="549408"/>
                </a:lnTo>
                <a:cubicBezTo>
                  <a:pt x="12862" y="549408"/>
                  <a:pt x="0" y="536546"/>
                  <a:pt x="0" y="520680"/>
                </a:cubicBezTo>
                <a:lnTo>
                  <a:pt x="0" y="28727"/>
                </a:lnTo>
                <a:cubicBezTo>
                  <a:pt x="0" y="12862"/>
                  <a:pt x="12862" y="0"/>
                  <a:pt x="28727" y="0"/>
                </a:cubicBezTo>
                <a:close/>
              </a:path>
            </a:pathLst>
          </a:custGeom>
          <a:solidFill>
            <a:srgbClr val="FF8904"/>
          </a:solidFill>
          <a:ln/>
        </p:spPr>
      </p:sp>
      <p:sp>
        <p:nvSpPr>
          <p:cNvPr id="37" name="Text 35"/>
          <p:cNvSpPr/>
          <p:nvPr/>
        </p:nvSpPr>
        <p:spPr>
          <a:xfrm>
            <a:off x="6472596" y="1913951"/>
            <a:ext cx="5195133" cy="193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8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Controller Layer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72596" y="2107860"/>
            <a:ext cx="5187054" cy="161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Xử lý HTTP requests, routing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61278" y="2431041"/>
            <a:ext cx="5338769" cy="549408"/>
          </a:xfrm>
          <a:custGeom>
            <a:avLst/>
            <a:gdLst/>
            <a:ahLst/>
            <a:cxnLst/>
            <a:rect l="l" t="t" r="r" b="b"/>
            <a:pathLst>
              <a:path w="5338769" h="549408">
                <a:moveTo>
                  <a:pt x="28727" y="0"/>
                </a:moveTo>
                <a:lnTo>
                  <a:pt x="5241815" y="0"/>
                </a:lnTo>
                <a:cubicBezTo>
                  <a:pt x="5295361" y="0"/>
                  <a:pt x="5338769" y="43408"/>
                  <a:pt x="5338769" y="96954"/>
                </a:cubicBezTo>
                <a:lnTo>
                  <a:pt x="5338769" y="452454"/>
                </a:lnTo>
                <a:cubicBezTo>
                  <a:pt x="5338769" y="506000"/>
                  <a:pt x="5295361" y="549408"/>
                  <a:pt x="5241815" y="549408"/>
                </a:cubicBezTo>
                <a:lnTo>
                  <a:pt x="28727" y="549408"/>
                </a:lnTo>
                <a:cubicBezTo>
                  <a:pt x="12862" y="549408"/>
                  <a:pt x="0" y="536546"/>
                  <a:pt x="0" y="520680"/>
                </a:cubicBezTo>
                <a:lnTo>
                  <a:pt x="0" y="28727"/>
                </a:lnTo>
                <a:cubicBezTo>
                  <a:pt x="0" y="12862"/>
                  <a:pt x="12862" y="0"/>
                  <a:pt x="28727" y="0"/>
                </a:cubicBezTo>
                <a:close/>
              </a:path>
            </a:pathLst>
          </a:custGeom>
          <a:gradFill flip="none" rotWithShape="1">
            <a:gsLst>
              <a:gs pos="0">
                <a:srgbClr val="FFFBEB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0" name="Shape 38"/>
          <p:cNvSpPr/>
          <p:nvPr/>
        </p:nvSpPr>
        <p:spPr>
          <a:xfrm>
            <a:off x="6361278" y="2431041"/>
            <a:ext cx="28727" cy="549408"/>
          </a:xfrm>
          <a:custGeom>
            <a:avLst/>
            <a:gdLst/>
            <a:ahLst/>
            <a:cxnLst/>
            <a:rect l="l" t="t" r="r" b="b"/>
            <a:pathLst>
              <a:path w="28727" h="549408">
                <a:moveTo>
                  <a:pt x="28727" y="0"/>
                </a:moveTo>
                <a:lnTo>
                  <a:pt x="28727" y="0"/>
                </a:lnTo>
                <a:lnTo>
                  <a:pt x="28727" y="549408"/>
                </a:lnTo>
                <a:lnTo>
                  <a:pt x="28727" y="549408"/>
                </a:lnTo>
                <a:cubicBezTo>
                  <a:pt x="12862" y="549408"/>
                  <a:pt x="0" y="536546"/>
                  <a:pt x="0" y="520680"/>
                </a:cubicBezTo>
                <a:lnTo>
                  <a:pt x="0" y="28727"/>
                </a:lnTo>
                <a:cubicBezTo>
                  <a:pt x="0" y="12862"/>
                  <a:pt x="12862" y="0"/>
                  <a:pt x="28727" y="0"/>
                </a:cubicBezTo>
                <a:close/>
              </a:path>
            </a:pathLst>
          </a:custGeom>
          <a:solidFill>
            <a:srgbClr val="FFB900"/>
          </a:solidFill>
          <a:ln/>
        </p:spPr>
      </p:sp>
      <p:sp>
        <p:nvSpPr>
          <p:cNvPr id="41" name="Text 39"/>
          <p:cNvSpPr/>
          <p:nvPr/>
        </p:nvSpPr>
        <p:spPr>
          <a:xfrm>
            <a:off x="6472596" y="2527995"/>
            <a:ext cx="5195133" cy="193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8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Service Layer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472596" y="2721904"/>
            <a:ext cx="5187054" cy="161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Business logic, xử lý nghiệp vụ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61278" y="3045085"/>
            <a:ext cx="5338769" cy="549408"/>
          </a:xfrm>
          <a:custGeom>
            <a:avLst/>
            <a:gdLst/>
            <a:ahLst/>
            <a:cxnLst/>
            <a:rect l="l" t="t" r="r" b="b"/>
            <a:pathLst>
              <a:path w="5338769" h="549408">
                <a:moveTo>
                  <a:pt x="28727" y="0"/>
                </a:moveTo>
                <a:lnTo>
                  <a:pt x="5241815" y="0"/>
                </a:lnTo>
                <a:cubicBezTo>
                  <a:pt x="5295361" y="0"/>
                  <a:pt x="5338769" y="43408"/>
                  <a:pt x="5338769" y="96954"/>
                </a:cubicBezTo>
                <a:lnTo>
                  <a:pt x="5338769" y="452454"/>
                </a:lnTo>
                <a:cubicBezTo>
                  <a:pt x="5338769" y="506000"/>
                  <a:pt x="5295361" y="549408"/>
                  <a:pt x="5241815" y="549408"/>
                </a:cubicBezTo>
                <a:lnTo>
                  <a:pt x="28727" y="549408"/>
                </a:lnTo>
                <a:cubicBezTo>
                  <a:pt x="12862" y="549408"/>
                  <a:pt x="0" y="536546"/>
                  <a:pt x="0" y="520680"/>
                </a:cubicBezTo>
                <a:lnTo>
                  <a:pt x="0" y="28727"/>
                </a:lnTo>
                <a:cubicBezTo>
                  <a:pt x="0" y="12862"/>
                  <a:pt x="12862" y="0"/>
                  <a:pt x="28727" y="0"/>
                </a:cubicBezTo>
                <a:close/>
              </a:path>
            </a:pathLst>
          </a:custGeom>
          <a:gradFill flip="none" rotWithShape="1">
            <a:gsLst>
              <a:gs pos="0">
                <a:srgbClr val="FEFCE8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4" name="Shape 42"/>
          <p:cNvSpPr/>
          <p:nvPr/>
        </p:nvSpPr>
        <p:spPr>
          <a:xfrm>
            <a:off x="6361278" y="3045085"/>
            <a:ext cx="28727" cy="549408"/>
          </a:xfrm>
          <a:custGeom>
            <a:avLst/>
            <a:gdLst/>
            <a:ahLst/>
            <a:cxnLst/>
            <a:rect l="l" t="t" r="r" b="b"/>
            <a:pathLst>
              <a:path w="28727" h="549408">
                <a:moveTo>
                  <a:pt x="28727" y="0"/>
                </a:moveTo>
                <a:lnTo>
                  <a:pt x="28727" y="0"/>
                </a:lnTo>
                <a:lnTo>
                  <a:pt x="28727" y="549408"/>
                </a:lnTo>
                <a:lnTo>
                  <a:pt x="28727" y="549408"/>
                </a:lnTo>
                <a:cubicBezTo>
                  <a:pt x="12862" y="549408"/>
                  <a:pt x="0" y="536546"/>
                  <a:pt x="0" y="520680"/>
                </a:cubicBezTo>
                <a:lnTo>
                  <a:pt x="0" y="28727"/>
                </a:lnTo>
                <a:cubicBezTo>
                  <a:pt x="0" y="12862"/>
                  <a:pt x="12862" y="0"/>
                  <a:pt x="28727" y="0"/>
                </a:cubicBezTo>
                <a:close/>
              </a:path>
            </a:pathLst>
          </a:custGeom>
          <a:solidFill>
            <a:srgbClr val="FDC700"/>
          </a:solidFill>
          <a:ln/>
        </p:spPr>
      </p:sp>
      <p:sp>
        <p:nvSpPr>
          <p:cNvPr id="45" name="Text 43"/>
          <p:cNvSpPr/>
          <p:nvPr/>
        </p:nvSpPr>
        <p:spPr>
          <a:xfrm>
            <a:off x="6472596" y="3142039"/>
            <a:ext cx="5195133" cy="193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8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Repository Layer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472596" y="3335947"/>
            <a:ext cx="5187054" cy="161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 access, CRUD operations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181733" y="3896126"/>
            <a:ext cx="5687086" cy="1623086"/>
          </a:xfrm>
          <a:custGeom>
            <a:avLst/>
            <a:gdLst/>
            <a:ahLst/>
            <a:cxnLst/>
            <a:rect l="l" t="t" r="r" b="b"/>
            <a:pathLst>
              <a:path w="5687086" h="1623086">
                <a:moveTo>
                  <a:pt x="193910" y="0"/>
                </a:moveTo>
                <a:lnTo>
                  <a:pt x="5493176" y="0"/>
                </a:lnTo>
                <a:cubicBezTo>
                  <a:pt x="5600270" y="0"/>
                  <a:pt x="5687086" y="86817"/>
                  <a:pt x="5687086" y="193910"/>
                </a:cubicBezTo>
                <a:lnTo>
                  <a:pt x="5687086" y="1429176"/>
                </a:lnTo>
                <a:cubicBezTo>
                  <a:pt x="5687086" y="1536270"/>
                  <a:pt x="5600270" y="1623086"/>
                  <a:pt x="5493176" y="1623086"/>
                </a:cubicBezTo>
                <a:lnTo>
                  <a:pt x="193910" y="1623086"/>
                </a:lnTo>
                <a:cubicBezTo>
                  <a:pt x="86817" y="1623086"/>
                  <a:pt x="0" y="1536270"/>
                  <a:pt x="0" y="1429176"/>
                </a:cubicBezTo>
                <a:lnTo>
                  <a:pt x="0" y="193910"/>
                </a:lnTo>
                <a:cubicBezTo>
                  <a:pt x="0" y="86888"/>
                  <a:pt x="86888" y="0"/>
                  <a:pt x="193910" y="0"/>
                </a:cubicBezTo>
                <a:close/>
              </a:path>
            </a:pathLst>
          </a:custGeom>
          <a:gradFill flip="none" rotWithShape="1">
            <a:gsLst>
              <a:gs pos="0">
                <a:srgbClr val="F0FDF4"/>
              </a:gs>
              <a:gs pos="100000">
                <a:srgbClr val="ECFDF5"/>
              </a:gs>
            </a:gsLst>
            <a:lin ang="2700000" scaled="1"/>
          </a:gradFill>
          <a:ln w="11289">
            <a:solidFill>
              <a:srgbClr val="DCFCE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376202" y="4101703"/>
            <a:ext cx="127252" cy="145431"/>
          </a:xfrm>
          <a:custGeom>
            <a:avLst/>
            <a:gdLst/>
            <a:ahLst/>
            <a:cxnLst/>
            <a:rect l="l" t="t" r="r" b="b"/>
            <a:pathLst>
              <a:path w="127252" h="145431">
                <a:moveTo>
                  <a:pt x="18179" y="9089"/>
                </a:moveTo>
                <a:cubicBezTo>
                  <a:pt x="8152" y="9089"/>
                  <a:pt x="0" y="17242"/>
                  <a:pt x="0" y="27268"/>
                </a:cubicBezTo>
                <a:lnTo>
                  <a:pt x="0" y="45447"/>
                </a:lnTo>
                <a:cubicBezTo>
                  <a:pt x="0" y="55474"/>
                  <a:pt x="8152" y="63626"/>
                  <a:pt x="18179" y="63626"/>
                </a:cubicBezTo>
                <a:lnTo>
                  <a:pt x="109074" y="63626"/>
                </a:lnTo>
                <a:cubicBezTo>
                  <a:pt x="119100" y="63626"/>
                  <a:pt x="127252" y="55474"/>
                  <a:pt x="127252" y="45447"/>
                </a:cubicBezTo>
                <a:lnTo>
                  <a:pt x="127252" y="27268"/>
                </a:lnTo>
                <a:cubicBezTo>
                  <a:pt x="127252" y="17242"/>
                  <a:pt x="119100" y="9089"/>
                  <a:pt x="109074" y="9089"/>
                </a:cubicBezTo>
                <a:lnTo>
                  <a:pt x="18179" y="9089"/>
                </a:lnTo>
                <a:close/>
                <a:moveTo>
                  <a:pt x="79533" y="29541"/>
                </a:moveTo>
                <a:cubicBezTo>
                  <a:pt x="83295" y="29541"/>
                  <a:pt x="86350" y="32595"/>
                  <a:pt x="86350" y="36358"/>
                </a:cubicBezTo>
                <a:cubicBezTo>
                  <a:pt x="86350" y="40120"/>
                  <a:pt x="83295" y="43175"/>
                  <a:pt x="79533" y="43175"/>
                </a:cubicBezTo>
                <a:cubicBezTo>
                  <a:pt x="75770" y="43175"/>
                  <a:pt x="72716" y="40120"/>
                  <a:pt x="72716" y="36358"/>
                </a:cubicBezTo>
                <a:cubicBezTo>
                  <a:pt x="72716" y="32595"/>
                  <a:pt x="75770" y="29541"/>
                  <a:pt x="79533" y="29541"/>
                </a:cubicBezTo>
                <a:close/>
                <a:moveTo>
                  <a:pt x="95439" y="36358"/>
                </a:moveTo>
                <a:cubicBezTo>
                  <a:pt x="95439" y="32595"/>
                  <a:pt x="98494" y="29541"/>
                  <a:pt x="102256" y="29541"/>
                </a:cubicBezTo>
                <a:cubicBezTo>
                  <a:pt x="106019" y="29541"/>
                  <a:pt x="109074" y="32595"/>
                  <a:pt x="109074" y="36358"/>
                </a:cubicBezTo>
                <a:cubicBezTo>
                  <a:pt x="109074" y="40120"/>
                  <a:pt x="106019" y="43175"/>
                  <a:pt x="102256" y="43175"/>
                </a:cubicBezTo>
                <a:cubicBezTo>
                  <a:pt x="98494" y="43175"/>
                  <a:pt x="95439" y="40120"/>
                  <a:pt x="95439" y="36358"/>
                </a:cubicBezTo>
                <a:close/>
                <a:moveTo>
                  <a:pt x="18179" y="81805"/>
                </a:moveTo>
                <a:cubicBezTo>
                  <a:pt x="8152" y="81805"/>
                  <a:pt x="0" y="89957"/>
                  <a:pt x="0" y="99984"/>
                </a:cubicBezTo>
                <a:lnTo>
                  <a:pt x="0" y="118163"/>
                </a:lnTo>
                <a:cubicBezTo>
                  <a:pt x="0" y="128190"/>
                  <a:pt x="8152" y="136342"/>
                  <a:pt x="18179" y="136342"/>
                </a:cubicBezTo>
                <a:lnTo>
                  <a:pt x="109074" y="136342"/>
                </a:lnTo>
                <a:cubicBezTo>
                  <a:pt x="119100" y="136342"/>
                  <a:pt x="127252" y="128190"/>
                  <a:pt x="127252" y="118163"/>
                </a:cubicBezTo>
                <a:lnTo>
                  <a:pt x="127252" y="99984"/>
                </a:lnTo>
                <a:cubicBezTo>
                  <a:pt x="127252" y="89957"/>
                  <a:pt x="119100" y="81805"/>
                  <a:pt x="109074" y="81805"/>
                </a:cubicBezTo>
                <a:lnTo>
                  <a:pt x="18179" y="81805"/>
                </a:lnTo>
                <a:close/>
                <a:moveTo>
                  <a:pt x="79533" y="102256"/>
                </a:moveTo>
                <a:cubicBezTo>
                  <a:pt x="83295" y="102256"/>
                  <a:pt x="86350" y="105311"/>
                  <a:pt x="86350" y="109074"/>
                </a:cubicBezTo>
                <a:cubicBezTo>
                  <a:pt x="86350" y="112836"/>
                  <a:pt x="83295" y="115891"/>
                  <a:pt x="79533" y="115891"/>
                </a:cubicBezTo>
                <a:cubicBezTo>
                  <a:pt x="75770" y="115891"/>
                  <a:pt x="72716" y="112836"/>
                  <a:pt x="72716" y="109074"/>
                </a:cubicBezTo>
                <a:cubicBezTo>
                  <a:pt x="72716" y="105311"/>
                  <a:pt x="75770" y="102256"/>
                  <a:pt x="79533" y="102256"/>
                </a:cubicBezTo>
                <a:close/>
                <a:moveTo>
                  <a:pt x="95439" y="109074"/>
                </a:moveTo>
                <a:cubicBezTo>
                  <a:pt x="95439" y="105311"/>
                  <a:pt x="98494" y="102256"/>
                  <a:pt x="102256" y="102256"/>
                </a:cubicBezTo>
                <a:cubicBezTo>
                  <a:pt x="106019" y="102256"/>
                  <a:pt x="109074" y="105311"/>
                  <a:pt x="109074" y="109074"/>
                </a:cubicBezTo>
                <a:cubicBezTo>
                  <a:pt x="109074" y="112836"/>
                  <a:pt x="106019" y="115891"/>
                  <a:pt x="102256" y="115891"/>
                </a:cubicBezTo>
                <a:cubicBezTo>
                  <a:pt x="98494" y="115891"/>
                  <a:pt x="95439" y="112836"/>
                  <a:pt x="95439" y="109074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49" name="Text 47"/>
          <p:cNvSpPr/>
          <p:nvPr/>
        </p:nvSpPr>
        <p:spPr>
          <a:xfrm>
            <a:off x="6532743" y="4061306"/>
            <a:ext cx="5243610" cy="226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Công nghệ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46914" y="4384486"/>
            <a:ext cx="2642004" cy="452453"/>
          </a:xfrm>
          <a:custGeom>
            <a:avLst/>
            <a:gdLst/>
            <a:ahLst/>
            <a:cxnLst/>
            <a:rect l="l" t="t" r="r" b="b"/>
            <a:pathLst>
              <a:path w="2642004" h="452453">
                <a:moveTo>
                  <a:pt x="64637" y="0"/>
                </a:moveTo>
                <a:lnTo>
                  <a:pt x="2577367" y="0"/>
                </a:lnTo>
                <a:cubicBezTo>
                  <a:pt x="2613065" y="0"/>
                  <a:pt x="2642004" y="28939"/>
                  <a:pt x="2642004" y="64637"/>
                </a:cubicBezTo>
                <a:lnTo>
                  <a:pt x="2642004" y="387816"/>
                </a:lnTo>
                <a:cubicBezTo>
                  <a:pt x="2642004" y="423514"/>
                  <a:pt x="2613065" y="452453"/>
                  <a:pt x="2577367" y="452453"/>
                </a:cubicBezTo>
                <a:lnTo>
                  <a:pt x="64637" y="452453"/>
                </a:lnTo>
                <a:cubicBezTo>
                  <a:pt x="28939" y="452453"/>
                  <a:pt x="0" y="423514"/>
                  <a:pt x="0" y="387816"/>
                </a:cubicBezTo>
                <a:lnTo>
                  <a:pt x="0" y="64637"/>
                </a:lnTo>
                <a:cubicBezTo>
                  <a:pt x="0" y="28939"/>
                  <a:pt x="28939" y="0"/>
                  <a:pt x="64637" y="0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6383272" y="4449123"/>
            <a:ext cx="2569288" cy="161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1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Spring Boot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383272" y="4610713"/>
            <a:ext cx="2569288" cy="161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1" dirty="0">
                <a:solidFill>
                  <a:srgbClr val="6A72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3.2.5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9057145" y="4384486"/>
            <a:ext cx="2642004" cy="452453"/>
          </a:xfrm>
          <a:custGeom>
            <a:avLst/>
            <a:gdLst/>
            <a:ahLst/>
            <a:cxnLst/>
            <a:rect l="l" t="t" r="r" b="b"/>
            <a:pathLst>
              <a:path w="2642004" h="452453">
                <a:moveTo>
                  <a:pt x="64637" y="0"/>
                </a:moveTo>
                <a:lnTo>
                  <a:pt x="2577367" y="0"/>
                </a:lnTo>
                <a:cubicBezTo>
                  <a:pt x="2613065" y="0"/>
                  <a:pt x="2642004" y="28939"/>
                  <a:pt x="2642004" y="64637"/>
                </a:cubicBezTo>
                <a:lnTo>
                  <a:pt x="2642004" y="387816"/>
                </a:lnTo>
                <a:cubicBezTo>
                  <a:pt x="2642004" y="423514"/>
                  <a:pt x="2613065" y="452453"/>
                  <a:pt x="2577367" y="452453"/>
                </a:cubicBezTo>
                <a:lnTo>
                  <a:pt x="64637" y="452453"/>
                </a:lnTo>
                <a:cubicBezTo>
                  <a:pt x="28939" y="452453"/>
                  <a:pt x="0" y="423514"/>
                  <a:pt x="0" y="387816"/>
                </a:cubicBezTo>
                <a:lnTo>
                  <a:pt x="0" y="64637"/>
                </a:lnTo>
                <a:cubicBezTo>
                  <a:pt x="0" y="28939"/>
                  <a:pt x="28939" y="0"/>
                  <a:pt x="64637" y="0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9093503" y="4449123"/>
            <a:ext cx="2569288" cy="161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1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Spring Data JPA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9093503" y="4610713"/>
            <a:ext cx="2569288" cy="161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1" dirty="0">
                <a:solidFill>
                  <a:srgbClr val="6A72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Hibernate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346914" y="4901576"/>
            <a:ext cx="2642004" cy="452453"/>
          </a:xfrm>
          <a:custGeom>
            <a:avLst/>
            <a:gdLst/>
            <a:ahLst/>
            <a:cxnLst/>
            <a:rect l="l" t="t" r="r" b="b"/>
            <a:pathLst>
              <a:path w="2642004" h="452453">
                <a:moveTo>
                  <a:pt x="64637" y="0"/>
                </a:moveTo>
                <a:lnTo>
                  <a:pt x="2577367" y="0"/>
                </a:lnTo>
                <a:cubicBezTo>
                  <a:pt x="2613065" y="0"/>
                  <a:pt x="2642004" y="28939"/>
                  <a:pt x="2642004" y="64637"/>
                </a:cubicBezTo>
                <a:lnTo>
                  <a:pt x="2642004" y="387816"/>
                </a:lnTo>
                <a:cubicBezTo>
                  <a:pt x="2642004" y="423514"/>
                  <a:pt x="2613065" y="452453"/>
                  <a:pt x="2577367" y="452453"/>
                </a:cubicBezTo>
                <a:lnTo>
                  <a:pt x="64637" y="452453"/>
                </a:lnTo>
                <a:cubicBezTo>
                  <a:pt x="28939" y="452453"/>
                  <a:pt x="0" y="423514"/>
                  <a:pt x="0" y="387816"/>
                </a:cubicBezTo>
                <a:lnTo>
                  <a:pt x="0" y="64637"/>
                </a:lnTo>
                <a:cubicBezTo>
                  <a:pt x="0" y="28939"/>
                  <a:pt x="28939" y="0"/>
                  <a:pt x="64637" y="0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6383272" y="4966212"/>
            <a:ext cx="2569288" cy="161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1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SQLite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383272" y="5127803"/>
            <a:ext cx="2569288" cy="161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1" dirty="0">
                <a:solidFill>
                  <a:srgbClr val="6A72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JDBC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9057145" y="4901576"/>
            <a:ext cx="2642004" cy="452453"/>
          </a:xfrm>
          <a:custGeom>
            <a:avLst/>
            <a:gdLst/>
            <a:ahLst/>
            <a:cxnLst/>
            <a:rect l="l" t="t" r="r" b="b"/>
            <a:pathLst>
              <a:path w="2642004" h="452453">
                <a:moveTo>
                  <a:pt x="64637" y="0"/>
                </a:moveTo>
                <a:lnTo>
                  <a:pt x="2577367" y="0"/>
                </a:lnTo>
                <a:cubicBezTo>
                  <a:pt x="2613065" y="0"/>
                  <a:pt x="2642004" y="28939"/>
                  <a:pt x="2642004" y="64637"/>
                </a:cubicBezTo>
                <a:lnTo>
                  <a:pt x="2642004" y="387816"/>
                </a:lnTo>
                <a:cubicBezTo>
                  <a:pt x="2642004" y="423514"/>
                  <a:pt x="2613065" y="452453"/>
                  <a:pt x="2577367" y="452453"/>
                </a:cubicBezTo>
                <a:lnTo>
                  <a:pt x="64637" y="452453"/>
                </a:lnTo>
                <a:cubicBezTo>
                  <a:pt x="28939" y="452453"/>
                  <a:pt x="0" y="423514"/>
                  <a:pt x="0" y="387816"/>
                </a:cubicBezTo>
                <a:lnTo>
                  <a:pt x="0" y="64637"/>
                </a:lnTo>
                <a:cubicBezTo>
                  <a:pt x="0" y="28939"/>
                  <a:pt x="28939" y="0"/>
                  <a:pt x="64637" y="0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9093503" y="4966212"/>
            <a:ext cx="2569288" cy="161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1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Springdoc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9093503" y="5127803"/>
            <a:ext cx="2569288" cy="161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1" dirty="0">
                <a:solidFill>
                  <a:srgbClr val="6A72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OpenAPI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326772" y="5655667"/>
            <a:ext cx="3756080" cy="879770"/>
          </a:xfrm>
          <a:custGeom>
            <a:avLst/>
            <a:gdLst/>
            <a:ahLst/>
            <a:cxnLst/>
            <a:rect l="l" t="t" r="r" b="b"/>
            <a:pathLst>
              <a:path w="3756080" h="879770">
                <a:moveTo>
                  <a:pt x="129273" y="0"/>
                </a:moveTo>
                <a:lnTo>
                  <a:pt x="3626807" y="0"/>
                </a:lnTo>
                <a:cubicBezTo>
                  <a:pt x="3698203" y="0"/>
                  <a:pt x="3756080" y="57878"/>
                  <a:pt x="3756080" y="129273"/>
                </a:cubicBezTo>
                <a:lnTo>
                  <a:pt x="3756080" y="750497"/>
                </a:lnTo>
                <a:cubicBezTo>
                  <a:pt x="3756080" y="821893"/>
                  <a:pt x="3698203" y="879770"/>
                  <a:pt x="3626807" y="879770"/>
                </a:cubicBezTo>
                <a:lnTo>
                  <a:pt x="129273" y="879770"/>
                </a:lnTo>
                <a:cubicBezTo>
                  <a:pt x="57878" y="879770"/>
                  <a:pt x="0" y="821893"/>
                  <a:pt x="0" y="750497"/>
                </a:cubicBezTo>
                <a:lnTo>
                  <a:pt x="0" y="129273"/>
                </a:lnTo>
                <a:cubicBezTo>
                  <a:pt x="0" y="57925"/>
                  <a:pt x="57925" y="0"/>
                  <a:pt x="129273" y="0"/>
                </a:cubicBezTo>
                <a:close/>
              </a:path>
            </a:pathLst>
          </a:custGeom>
          <a:solidFill>
            <a:srgbClr val="EFF6FF"/>
          </a:solidFill>
          <a:ln w="11289">
            <a:solidFill>
              <a:srgbClr val="BEDB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132096" y="5788528"/>
            <a:ext cx="145431" cy="193909"/>
          </a:xfrm>
          <a:custGeom>
            <a:avLst/>
            <a:gdLst/>
            <a:ahLst/>
            <a:cxnLst/>
            <a:rect l="l" t="t" r="r" b="b"/>
            <a:pathLst>
              <a:path w="145431" h="193909">
                <a:moveTo>
                  <a:pt x="0" y="24239"/>
                </a:moveTo>
                <a:cubicBezTo>
                  <a:pt x="0" y="10869"/>
                  <a:pt x="10869" y="0"/>
                  <a:pt x="24239" y="0"/>
                </a:cubicBezTo>
                <a:lnTo>
                  <a:pt x="80858" y="0"/>
                </a:lnTo>
                <a:cubicBezTo>
                  <a:pt x="87297" y="0"/>
                  <a:pt x="93470" y="2537"/>
                  <a:pt x="98015" y="7082"/>
                </a:cubicBezTo>
                <a:lnTo>
                  <a:pt x="138349" y="47455"/>
                </a:lnTo>
                <a:cubicBezTo>
                  <a:pt x="142894" y="51999"/>
                  <a:pt x="145431" y="58173"/>
                  <a:pt x="145431" y="64611"/>
                </a:cubicBezTo>
                <a:lnTo>
                  <a:pt x="145431" y="169670"/>
                </a:lnTo>
                <a:cubicBezTo>
                  <a:pt x="145431" y="183039"/>
                  <a:pt x="134562" y="193909"/>
                  <a:pt x="121193" y="193909"/>
                </a:cubicBezTo>
                <a:lnTo>
                  <a:pt x="24239" y="193909"/>
                </a:lnTo>
                <a:cubicBezTo>
                  <a:pt x="10869" y="193909"/>
                  <a:pt x="0" y="183039"/>
                  <a:pt x="0" y="169670"/>
                </a:cubicBezTo>
                <a:lnTo>
                  <a:pt x="0" y="24239"/>
                </a:lnTo>
                <a:close/>
                <a:moveTo>
                  <a:pt x="78775" y="22156"/>
                </a:moveTo>
                <a:lnTo>
                  <a:pt x="78775" y="57567"/>
                </a:lnTo>
                <a:cubicBezTo>
                  <a:pt x="78775" y="62604"/>
                  <a:pt x="82828" y="66656"/>
                  <a:pt x="87865" y="66656"/>
                </a:cubicBezTo>
                <a:lnTo>
                  <a:pt x="123276" y="66656"/>
                </a:lnTo>
                <a:lnTo>
                  <a:pt x="78775" y="22156"/>
                </a:lnTo>
                <a:close/>
                <a:moveTo>
                  <a:pt x="58400" y="111952"/>
                </a:moveTo>
                <a:cubicBezTo>
                  <a:pt x="61657" y="108127"/>
                  <a:pt x="61240" y="102408"/>
                  <a:pt x="57415" y="99151"/>
                </a:cubicBezTo>
                <a:cubicBezTo>
                  <a:pt x="53590" y="95894"/>
                  <a:pt x="47871" y="96310"/>
                  <a:pt x="44614" y="100136"/>
                </a:cubicBezTo>
                <a:lnTo>
                  <a:pt x="26435" y="121344"/>
                </a:lnTo>
                <a:cubicBezTo>
                  <a:pt x="23519" y="124753"/>
                  <a:pt x="23519" y="129752"/>
                  <a:pt x="26435" y="133161"/>
                </a:cubicBezTo>
                <a:lnTo>
                  <a:pt x="44614" y="154369"/>
                </a:lnTo>
                <a:cubicBezTo>
                  <a:pt x="47871" y="158195"/>
                  <a:pt x="53628" y="158611"/>
                  <a:pt x="57415" y="155354"/>
                </a:cubicBezTo>
                <a:cubicBezTo>
                  <a:pt x="61202" y="152097"/>
                  <a:pt x="61657" y="146340"/>
                  <a:pt x="58400" y="142553"/>
                </a:cubicBezTo>
                <a:lnTo>
                  <a:pt x="45296" y="127252"/>
                </a:lnTo>
                <a:lnTo>
                  <a:pt x="58400" y="111952"/>
                </a:lnTo>
                <a:close/>
                <a:moveTo>
                  <a:pt x="100817" y="100136"/>
                </a:moveTo>
                <a:cubicBezTo>
                  <a:pt x="97560" y="96310"/>
                  <a:pt x="91804" y="95894"/>
                  <a:pt x="88016" y="99151"/>
                </a:cubicBezTo>
                <a:cubicBezTo>
                  <a:pt x="84229" y="102408"/>
                  <a:pt x="83775" y="108165"/>
                  <a:pt x="87032" y="111952"/>
                </a:cubicBezTo>
                <a:lnTo>
                  <a:pt x="100136" y="127252"/>
                </a:lnTo>
                <a:lnTo>
                  <a:pt x="87032" y="142553"/>
                </a:lnTo>
                <a:cubicBezTo>
                  <a:pt x="83775" y="146378"/>
                  <a:pt x="84191" y="152097"/>
                  <a:pt x="88016" y="155354"/>
                </a:cubicBezTo>
                <a:cubicBezTo>
                  <a:pt x="91841" y="158611"/>
                  <a:pt x="97560" y="158195"/>
                  <a:pt x="100817" y="154369"/>
                </a:cubicBezTo>
                <a:lnTo>
                  <a:pt x="118996" y="133161"/>
                </a:lnTo>
                <a:cubicBezTo>
                  <a:pt x="121912" y="129752"/>
                  <a:pt x="121912" y="124753"/>
                  <a:pt x="118996" y="121344"/>
                </a:cubicBezTo>
                <a:lnTo>
                  <a:pt x="100817" y="100136"/>
                </a:lnTo>
                <a:close/>
              </a:path>
            </a:pathLst>
          </a:custGeom>
          <a:solidFill>
            <a:srgbClr val="2B7FFF"/>
          </a:solidFill>
          <a:ln/>
        </p:spPr>
      </p:sp>
      <p:sp>
        <p:nvSpPr>
          <p:cNvPr id="64" name="Text 62"/>
          <p:cNvSpPr/>
          <p:nvPr/>
        </p:nvSpPr>
        <p:spPr>
          <a:xfrm>
            <a:off x="427317" y="6047073"/>
            <a:ext cx="3554990" cy="193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18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12 File Java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431357" y="6240982"/>
            <a:ext cx="3546911" cy="161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1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 config, Pom.xml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4219306" y="5655667"/>
            <a:ext cx="3756080" cy="879770"/>
          </a:xfrm>
          <a:custGeom>
            <a:avLst/>
            <a:gdLst/>
            <a:ahLst/>
            <a:cxnLst/>
            <a:rect l="l" t="t" r="r" b="b"/>
            <a:pathLst>
              <a:path w="3756080" h="879770">
                <a:moveTo>
                  <a:pt x="129273" y="0"/>
                </a:moveTo>
                <a:lnTo>
                  <a:pt x="3626807" y="0"/>
                </a:lnTo>
                <a:cubicBezTo>
                  <a:pt x="3698203" y="0"/>
                  <a:pt x="3756080" y="57878"/>
                  <a:pt x="3756080" y="129273"/>
                </a:cubicBezTo>
                <a:lnTo>
                  <a:pt x="3756080" y="750497"/>
                </a:lnTo>
                <a:cubicBezTo>
                  <a:pt x="3756080" y="821893"/>
                  <a:pt x="3698203" y="879770"/>
                  <a:pt x="3626807" y="879770"/>
                </a:cubicBezTo>
                <a:lnTo>
                  <a:pt x="129273" y="879770"/>
                </a:lnTo>
                <a:cubicBezTo>
                  <a:pt x="57878" y="879770"/>
                  <a:pt x="0" y="821893"/>
                  <a:pt x="0" y="750497"/>
                </a:cubicBezTo>
                <a:lnTo>
                  <a:pt x="0" y="129273"/>
                </a:lnTo>
                <a:cubicBezTo>
                  <a:pt x="0" y="57925"/>
                  <a:pt x="57925" y="0"/>
                  <a:pt x="129273" y="0"/>
                </a:cubicBezTo>
                <a:close/>
              </a:path>
            </a:pathLst>
          </a:custGeom>
          <a:solidFill>
            <a:srgbClr val="F0FDF4"/>
          </a:solidFill>
          <a:ln w="11289">
            <a:solidFill>
              <a:srgbClr val="B9F8C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024631" y="5788528"/>
            <a:ext cx="145431" cy="193909"/>
          </a:xfrm>
          <a:custGeom>
            <a:avLst/>
            <a:gdLst/>
            <a:ahLst/>
            <a:cxnLst/>
            <a:rect l="l" t="t" r="r" b="b"/>
            <a:pathLst>
              <a:path w="145431" h="193909">
                <a:moveTo>
                  <a:pt x="94644" y="25299"/>
                </a:moveTo>
                <a:cubicBezTo>
                  <a:pt x="98583" y="19883"/>
                  <a:pt x="97371" y="12309"/>
                  <a:pt x="91955" y="8370"/>
                </a:cubicBezTo>
                <a:cubicBezTo>
                  <a:pt x="86539" y="4431"/>
                  <a:pt x="78965" y="5643"/>
                  <a:pt x="75026" y="11059"/>
                </a:cubicBezTo>
                <a:lnTo>
                  <a:pt x="34881" y="66239"/>
                </a:lnTo>
                <a:lnTo>
                  <a:pt x="20679" y="52037"/>
                </a:lnTo>
                <a:cubicBezTo>
                  <a:pt x="15944" y="47303"/>
                  <a:pt x="8256" y="47303"/>
                  <a:pt x="3522" y="52037"/>
                </a:cubicBezTo>
                <a:cubicBezTo>
                  <a:pt x="-1212" y="56771"/>
                  <a:pt x="-1212" y="64459"/>
                  <a:pt x="3522" y="69194"/>
                </a:cubicBezTo>
                <a:lnTo>
                  <a:pt x="27761" y="93432"/>
                </a:lnTo>
                <a:cubicBezTo>
                  <a:pt x="30260" y="95932"/>
                  <a:pt x="33745" y="97219"/>
                  <a:pt x="37267" y="96954"/>
                </a:cubicBezTo>
                <a:cubicBezTo>
                  <a:pt x="40789" y="96689"/>
                  <a:pt x="44046" y="94871"/>
                  <a:pt x="46129" y="91993"/>
                </a:cubicBezTo>
                <a:lnTo>
                  <a:pt x="94606" y="25337"/>
                </a:lnTo>
                <a:close/>
                <a:moveTo>
                  <a:pt x="143121" y="76806"/>
                </a:moveTo>
                <a:cubicBezTo>
                  <a:pt x="147060" y="71390"/>
                  <a:pt x="145848" y="63816"/>
                  <a:pt x="140432" y="59877"/>
                </a:cubicBezTo>
                <a:cubicBezTo>
                  <a:pt x="135016" y="55938"/>
                  <a:pt x="127442" y="57150"/>
                  <a:pt x="123503" y="62566"/>
                </a:cubicBezTo>
                <a:lnTo>
                  <a:pt x="59119" y="151074"/>
                </a:lnTo>
                <a:lnTo>
                  <a:pt x="32798" y="124753"/>
                </a:lnTo>
                <a:cubicBezTo>
                  <a:pt x="28064" y="120019"/>
                  <a:pt x="20376" y="120019"/>
                  <a:pt x="15641" y="124753"/>
                </a:cubicBezTo>
                <a:cubicBezTo>
                  <a:pt x="10907" y="129487"/>
                  <a:pt x="10907" y="137175"/>
                  <a:pt x="15641" y="141909"/>
                </a:cubicBezTo>
                <a:lnTo>
                  <a:pt x="51999" y="178267"/>
                </a:lnTo>
                <a:cubicBezTo>
                  <a:pt x="54499" y="180767"/>
                  <a:pt x="57983" y="182054"/>
                  <a:pt x="61505" y="181789"/>
                </a:cubicBezTo>
                <a:cubicBezTo>
                  <a:pt x="65028" y="181524"/>
                  <a:pt x="68285" y="179706"/>
                  <a:pt x="70368" y="176828"/>
                </a:cubicBezTo>
                <a:lnTo>
                  <a:pt x="143083" y="76844"/>
                </a:ln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68" name="Text 66"/>
          <p:cNvSpPr/>
          <p:nvPr/>
        </p:nvSpPr>
        <p:spPr>
          <a:xfrm>
            <a:off x="4319852" y="6047073"/>
            <a:ext cx="3554990" cy="193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18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12 Endpoint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4323891" y="6240982"/>
            <a:ext cx="3546911" cy="161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1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Tất cả hoạt động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8111841" y="5655667"/>
            <a:ext cx="3756080" cy="879770"/>
          </a:xfrm>
          <a:custGeom>
            <a:avLst/>
            <a:gdLst/>
            <a:ahLst/>
            <a:cxnLst/>
            <a:rect l="l" t="t" r="r" b="b"/>
            <a:pathLst>
              <a:path w="3756080" h="879770">
                <a:moveTo>
                  <a:pt x="129273" y="0"/>
                </a:moveTo>
                <a:lnTo>
                  <a:pt x="3626807" y="0"/>
                </a:lnTo>
                <a:cubicBezTo>
                  <a:pt x="3698203" y="0"/>
                  <a:pt x="3756080" y="57878"/>
                  <a:pt x="3756080" y="129273"/>
                </a:cubicBezTo>
                <a:lnTo>
                  <a:pt x="3756080" y="750497"/>
                </a:lnTo>
                <a:cubicBezTo>
                  <a:pt x="3756080" y="821893"/>
                  <a:pt x="3698203" y="879770"/>
                  <a:pt x="3626807" y="879770"/>
                </a:cubicBezTo>
                <a:lnTo>
                  <a:pt x="129273" y="879770"/>
                </a:lnTo>
                <a:cubicBezTo>
                  <a:pt x="57878" y="879770"/>
                  <a:pt x="0" y="821893"/>
                  <a:pt x="0" y="750497"/>
                </a:cubicBezTo>
                <a:lnTo>
                  <a:pt x="0" y="129273"/>
                </a:lnTo>
                <a:cubicBezTo>
                  <a:pt x="0" y="57925"/>
                  <a:pt x="57925" y="0"/>
                  <a:pt x="129273" y="0"/>
                </a:cubicBezTo>
                <a:close/>
              </a:path>
            </a:pathLst>
          </a:custGeom>
          <a:solidFill>
            <a:srgbClr val="FAF5FF"/>
          </a:solidFill>
          <a:ln w="11289">
            <a:solidFill>
              <a:srgbClr val="E9D4F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892927" y="5788528"/>
            <a:ext cx="193909" cy="193909"/>
          </a:xfrm>
          <a:custGeom>
            <a:avLst/>
            <a:gdLst/>
            <a:ahLst/>
            <a:cxnLst/>
            <a:rect l="l" t="t" r="r" b="b"/>
            <a:pathLst>
              <a:path w="193909" h="193909">
                <a:moveTo>
                  <a:pt x="133274" y="106044"/>
                </a:moveTo>
                <a:lnTo>
                  <a:pt x="60975" y="106044"/>
                </a:lnTo>
                <a:cubicBezTo>
                  <a:pt x="62073" y="130472"/>
                  <a:pt x="67489" y="152968"/>
                  <a:pt x="75177" y="169443"/>
                </a:cubicBezTo>
                <a:cubicBezTo>
                  <a:pt x="79495" y="178722"/>
                  <a:pt x="84153" y="185274"/>
                  <a:pt x="88471" y="189288"/>
                </a:cubicBezTo>
                <a:cubicBezTo>
                  <a:pt x="92713" y="193265"/>
                  <a:pt x="95629" y="193909"/>
                  <a:pt x="97144" y="193909"/>
                </a:cubicBezTo>
                <a:cubicBezTo>
                  <a:pt x="98659" y="193909"/>
                  <a:pt x="101575" y="193265"/>
                  <a:pt x="105817" y="189288"/>
                </a:cubicBezTo>
                <a:cubicBezTo>
                  <a:pt x="110134" y="185274"/>
                  <a:pt x="114792" y="178684"/>
                  <a:pt x="119110" y="169443"/>
                </a:cubicBezTo>
                <a:cubicBezTo>
                  <a:pt x="126798" y="152968"/>
                  <a:pt x="132214" y="130472"/>
                  <a:pt x="133312" y="106044"/>
                </a:cubicBezTo>
                <a:close/>
                <a:moveTo>
                  <a:pt x="60937" y="87865"/>
                </a:moveTo>
                <a:lnTo>
                  <a:pt x="133236" y="87865"/>
                </a:lnTo>
                <a:cubicBezTo>
                  <a:pt x="132176" y="63437"/>
                  <a:pt x="126760" y="40940"/>
                  <a:pt x="119072" y="24466"/>
                </a:cubicBezTo>
                <a:cubicBezTo>
                  <a:pt x="114754" y="15225"/>
                  <a:pt x="110096" y="8635"/>
                  <a:pt x="105779" y="4620"/>
                </a:cubicBezTo>
                <a:cubicBezTo>
                  <a:pt x="101537" y="644"/>
                  <a:pt x="98621" y="0"/>
                  <a:pt x="97106" y="0"/>
                </a:cubicBezTo>
                <a:cubicBezTo>
                  <a:pt x="95591" y="0"/>
                  <a:pt x="92675" y="644"/>
                  <a:pt x="88433" y="4620"/>
                </a:cubicBezTo>
                <a:cubicBezTo>
                  <a:pt x="84115" y="8635"/>
                  <a:pt x="79457" y="15225"/>
                  <a:pt x="75140" y="24466"/>
                </a:cubicBezTo>
                <a:cubicBezTo>
                  <a:pt x="67451" y="40940"/>
                  <a:pt x="62036" y="63437"/>
                  <a:pt x="60937" y="87865"/>
                </a:cubicBezTo>
                <a:close/>
                <a:moveTo>
                  <a:pt x="42758" y="87865"/>
                </a:moveTo>
                <a:cubicBezTo>
                  <a:pt x="44084" y="55446"/>
                  <a:pt x="52454" y="25337"/>
                  <a:pt x="64687" y="5567"/>
                </a:cubicBezTo>
                <a:cubicBezTo>
                  <a:pt x="29806" y="17914"/>
                  <a:pt x="4128" y="49689"/>
                  <a:pt x="568" y="87865"/>
                </a:cubicBezTo>
                <a:lnTo>
                  <a:pt x="42758" y="87865"/>
                </a:lnTo>
                <a:close/>
                <a:moveTo>
                  <a:pt x="568" y="106044"/>
                </a:moveTo>
                <a:cubicBezTo>
                  <a:pt x="4128" y="144219"/>
                  <a:pt x="29806" y="175995"/>
                  <a:pt x="64687" y="188341"/>
                </a:cubicBezTo>
                <a:cubicBezTo>
                  <a:pt x="52454" y="168572"/>
                  <a:pt x="44084" y="138463"/>
                  <a:pt x="42758" y="106044"/>
                </a:cubicBezTo>
                <a:lnTo>
                  <a:pt x="568" y="106044"/>
                </a:lnTo>
                <a:close/>
                <a:moveTo>
                  <a:pt x="151453" y="106044"/>
                </a:moveTo>
                <a:cubicBezTo>
                  <a:pt x="150128" y="138463"/>
                  <a:pt x="141758" y="168572"/>
                  <a:pt x="129525" y="188341"/>
                </a:cubicBezTo>
                <a:cubicBezTo>
                  <a:pt x="164406" y="175957"/>
                  <a:pt x="190083" y="144219"/>
                  <a:pt x="193643" y="106044"/>
                </a:cubicBezTo>
                <a:lnTo>
                  <a:pt x="151453" y="106044"/>
                </a:lnTo>
                <a:close/>
                <a:moveTo>
                  <a:pt x="193643" y="87865"/>
                </a:moveTo>
                <a:cubicBezTo>
                  <a:pt x="190083" y="49689"/>
                  <a:pt x="164406" y="17914"/>
                  <a:pt x="129525" y="5567"/>
                </a:cubicBezTo>
                <a:cubicBezTo>
                  <a:pt x="141758" y="25337"/>
                  <a:pt x="150128" y="55446"/>
                  <a:pt x="151453" y="87865"/>
                </a:cubicBezTo>
                <a:lnTo>
                  <a:pt x="193643" y="87865"/>
                </a:lnTo>
                <a:close/>
              </a:path>
            </a:pathLst>
          </a:custGeom>
          <a:solidFill>
            <a:srgbClr val="AD46FF"/>
          </a:solidFill>
          <a:ln/>
        </p:spPr>
      </p:sp>
      <p:sp>
        <p:nvSpPr>
          <p:cNvPr id="72" name="Text 70"/>
          <p:cNvSpPr/>
          <p:nvPr/>
        </p:nvSpPr>
        <p:spPr>
          <a:xfrm>
            <a:off x="8212386" y="6047073"/>
            <a:ext cx="3554990" cy="193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18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Swagger UI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8216426" y="6240982"/>
            <a:ext cx="3546911" cy="161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1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Port 8080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7" grpId="0" animBg="1"/>
      <p:bldP spid="10" grpId="0" animBg="1"/>
      <p:bldP spid="11" grpId="0" animBg="1"/>
      <p:bldP spid="14" grpId="0" animBg="1"/>
      <p:bldP spid="15" grpId="0" animBg="1"/>
      <p:bldP spid="18" grpId="0" animBg="1"/>
      <p:bldP spid="19" grpId="0" animBg="1"/>
      <p:bldP spid="22" grpId="0" animBg="1"/>
      <p:bldP spid="23" grpId="0" animBg="1"/>
      <p:bldP spid="26" grpId="0" animBg="1"/>
      <p:bldP spid="27" grpId="0" animBg="1"/>
      <p:bldP spid="30" grpId="0" animBg="1"/>
      <p:bldP spid="31" grpId="0" animBg="1"/>
      <p:bldP spid="34" grpId="0" animBg="1"/>
      <p:bldP spid="37" grpId="0" animBg="1"/>
      <p:bldP spid="38" grpId="0" animBg="1"/>
      <p:bldP spid="41" grpId="0" animBg="1"/>
      <p:bldP spid="42" grpId="0" animBg="1"/>
      <p:bldP spid="45" grpId="0" animBg="1"/>
      <p:bldP spid="46" grpId="0" animBg="1"/>
      <p:bldP spid="49" grpId="0" animBg="1"/>
      <p:bldP spid="51" grpId="0" animBg="1"/>
      <p:bldP spid="52" grpId="0" animBg="1"/>
      <p:bldP spid="54" grpId="0" animBg="1"/>
      <p:bldP spid="55" grpId="0" animBg="1"/>
      <p:bldP spid="57" grpId="0" animBg="1"/>
      <p:bldP spid="58" grpId="0" animBg="1"/>
      <p:bldP spid="60" grpId="0" animBg="1"/>
      <p:bldP spid="61" grpId="0" animBg="1"/>
      <p:bldP spid="64" grpId="0" animBg="1"/>
      <p:bldP spid="65" grpId="0" animBg="1"/>
      <p:bldP spid="68" grpId="0" animBg="1"/>
      <p:bldP spid="69" grpId="0" animBg="1"/>
      <p:bldP spid="72" grpId="0" animBg="1"/>
      <p:bldP spid="7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100" dirty="0">
                <a:solidFill>
                  <a:srgbClr val="615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CHAPTER 04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10182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.NET MIGRATION - MINIMAL API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952500"/>
            <a:ext cx="11628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6A72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 trú backend sang .NET 8 Minimal API - Schema-First Development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1028" y="1305278"/>
            <a:ext cx="5690306" cy="4150431"/>
          </a:xfrm>
          <a:custGeom>
            <a:avLst/>
            <a:gdLst/>
            <a:ahLst/>
            <a:cxnLst/>
            <a:rect l="l" t="t" r="r" b="b"/>
            <a:pathLst>
              <a:path w="5690306" h="4150431">
                <a:moveTo>
                  <a:pt x="190505" y="0"/>
                </a:moveTo>
                <a:lnTo>
                  <a:pt x="5499801" y="0"/>
                </a:lnTo>
                <a:cubicBezTo>
                  <a:pt x="5605014" y="0"/>
                  <a:pt x="5690306" y="85292"/>
                  <a:pt x="5690306" y="190505"/>
                </a:cubicBezTo>
                <a:lnTo>
                  <a:pt x="5690306" y="3959926"/>
                </a:lnTo>
                <a:cubicBezTo>
                  <a:pt x="5690306" y="4065139"/>
                  <a:pt x="5605014" y="4150431"/>
                  <a:pt x="5499801" y="4150431"/>
                </a:cubicBezTo>
                <a:lnTo>
                  <a:pt x="190505" y="4150431"/>
                </a:lnTo>
                <a:cubicBezTo>
                  <a:pt x="85292" y="4150431"/>
                  <a:pt x="0" y="4065139"/>
                  <a:pt x="0" y="3959926"/>
                </a:cubicBezTo>
                <a:lnTo>
                  <a:pt x="0" y="190505"/>
                </a:lnTo>
                <a:cubicBezTo>
                  <a:pt x="0" y="85362"/>
                  <a:pt x="85362" y="0"/>
                  <a:pt x="190505" y="0"/>
                </a:cubicBezTo>
                <a:close/>
              </a:path>
            </a:pathLst>
          </a:custGeom>
          <a:gradFill flip="none" rotWithShape="1">
            <a:gsLst>
              <a:gs pos="0">
                <a:srgbClr val="EEF2FF"/>
              </a:gs>
              <a:gs pos="100000">
                <a:srgbClr val="FAF5FF"/>
              </a:gs>
            </a:gsLst>
            <a:lin ang="2700000" scaled="1"/>
          </a:gradFill>
          <a:ln w="11289">
            <a:solidFill>
              <a:srgbClr val="E0E7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3149" y="1499308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0" y="24805"/>
                </a:moveTo>
                <a:cubicBezTo>
                  <a:pt x="0" y="16588"/>
                  <a:pt x="6666" y="9922"/>
                  <a:pt x="14883" y="9922"/>
                </a:cubicBezTo>
                <a:lnTo>
                  <a:pt x="44648" y="9922"/>
                </a:lnTo>
                <a:cubicBezTo>
                  <a:pt x="52865" y="9922"/>
                  <a:pt x="59531" y="16588"/>
                  <a:pt x="59531" y="24805"/>
                </a:cubicBezTo>
                <a:lnTo>
                  <a:pt x="59531" y="29766"/>
                </a:lnTo>
                <a:lnTo>
                  <a:pt x="99219" y="29766"/>
                </a:lnTo>
                <a:lnTo>
                  <a:pt x="99219" y="24805"/>
                </a:lnTo>
                <a:cubicBezTo>
                  <a:pt x="99219" y="16588"/>
                  <a:pt x="105885" y="9922"/>
                  <a:pt x="114102" y="9922"/>
                </a:cubicBezTo>
                <a:lnTo>
                  <a:pt x="143867" y="9922"/>
                </a:lnTo>
                <a:cubicBezTo>
                  <a:pt x="152084" y="9922"/>
                  <a:pt x="158750" y="16588"/>
                  <a:pt x="158750" y="24805"/>
                </a:cubicBezTo>
                <a:lnTo>
                  <a:pt x="158750" y="54570"/>
                </a:lnTo>
                <a:cubicBezTo>
                  <a:pt x="158750" y="62787"/>
                  <a:pt x="152084" y="69453"/>
                  <a:pt x="143867" y="69453"/>
                </a:cubicBezTo>
                <a:lnTo>
                  <a:pt x="114102" y="69453"/>
                </a:lnTo>
                <a:cubicBezTo>
                  <a:pt x="105885" y="69453"/>
                  <a:pt x="99219" y="62787"/>
                  <a:pt x="99219" y="54570"/>
                </a:cubicBezTo>
                <a:lnTo>
                  <a:pt x="99219" y="49609"/>
                </a:lnTo>
                <a:lnTo>
                  <a:pt x="59531" y="49609"/>
                </a:lnTo>
                <a:lnTo>
                  <a:pt x="59531" y="54570"/>
                </a:lnTo>
                <a:cubicBezTo>
                  <a:pt x="59531" y="56834"/>
                  <a:pt x="59004" y="59004"/>
                  <a:pt x="58105" y="60927"/>
                </a:cubicBezTo>
                <a:lnTo>
                  <a:pt x="79375" y="89297"/>
                </a:lnTo>
                <a:lnTo>
                  <a:pt x="104180" y="89297"/>
                </a:lnTo>
                <a:cubicBezTo>
                  <a:pt x="112396" y="89297"/>
                  <a:pt x="119062" y="95963"/>
                  <a:pt x="119062" y="104180"/>
                </a:cubicBezTo>
                <a:lnTo>
                  <a:pt x="119062" y="133945"/>
                </a:lnTo>
                <a:cubicBezTo>
                  <a:pt x="119062" y="142162"/>
                  <a:pt x="112396" y="148828"/>
                  <a:pt x="104180" y="148828"/>
                </a:cubicBezTo>
                <a:lnTo>
                  <a:pt x="74414" y="148828"/>
                </a:lnTo>
                <a:cubicBezTo>
                  <a:pt x="66198" y="148828"/>
                  <a:pt x="59531" y="142162"/>
                  <a:pt x="59531" y="133945"/>
                </a:cubicBezTo>
                <a:lnTo>
                  <a:pt x="59531" y="104180"/>
                </a:lnTo>
                <a:cubicBezTo>
                  <a:pt x="59531" y="101916"/>
                  <a:pt x="60058" y="99746"/>
                  <a:pt x="60958" y="97823"/>
                </a:cubicBezTo>
                <a:lnTo>
                  <a:pt x="39688" y="69453"/>
                </a:lnTo>
                <a:lnTo>
                  <a:pt x="14883" y="69453"/>
                </a:lnTo>
                <a:cubicBezTo>
                  <a:pt x="6666" y="69453"/>
                  <a:pt x="0" y="62787"/>
                  <a:pt x="0" y="54570"/>
                </a:cubicBezTo>
                <a:lnTo>
                  <a:pt x="0" y="24805"/>
                </a:lnTo>
                <a:close/>
              </a:path>
            </a:pathLst>
          </a:custGeom>
          <a:solidFill>
            <a:srgbClr val="615FFF"/>
          </a:solidFill>
          <a:ln/>
        </p:spPr>
      </p:sp>
      <p:sp>
        <p:nvSpPr>
          <p:cNvPr id="7" name="Text 5"/>
          <p:cNvSpPr/>
          <p:nvPr/>
        </p:nvSpPr>
        <p:spPr>
          <a:xfrm>
            <a:off x="681743" y="1467558"/>
            <a:ext cx="5246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Quy trình Schema-First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97417" y="1816808"/>
            <a:ext cx="5356049" cy="666750"/>
          </a:xfrm>
          <a:custGeom>
            <a:avLst/>
            <a:gdLst/>
            <a:ahLst/>
            <a:cxnLst/>
            <a:rect l="l" t="t" r="r" b="b"/>
            <a:pathLst>
              <a:path w="5356049" h="666750">
                <a:moveTo>
                  <a:pt x="28222" y="0"/>
                </a:moveTo>
                <a:lnTo>
                  <a:pt x="5229046" y="0"/>
                </a:lnTo>
                <a:cubicBezTo>
                  <a:pt x="5299188" y="0"/>
                  <a:pt x="5356049" y="56861"/>
                  <a:pt x="5356049" y="127003"/>
                </a:cubicBezTo>
                <a:lnTo>
                  <a:pt x="5356049" y="539747"/>
                </a:lnTo>
                <a:cubicBezTo>
                  <a:pt x="5356049" y="609889"/>
                  <a:pt x="5299188" y="666750"/>
                  <a:pt x="5229046" y="666750"/>
                </a:cubicBezTo>
                <a:lnTo>
                  <a:pt x="28222" y="666750"/>
                </a:lnTo>
                <a:cubicBezTo>
                  <a:pt x="12636" y="666750"/>
                  <a:pt x="0" y="654114"/>
                  <a:pt x="0" y="638528"/>
                </a:cubicBezTo>
                <a:lnTo>
                  <a:pt x="0" y="28222"/>
                </a:lnTo>
                <a:cubicBezTo>
                  <a:pt x="0" y="12636"/>
                  <a:pt x="12636" y="0"/>
                  <a:pt x="28222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97417" y="1816808"/>
            <a:ext cx="28222" cy="666750"/>
          </a:xfrm>
          <a:custGeom>
            <a:avLst/>
            <a:gdLst/>
            <a:ahLst/>
            <a:cxnLst/>
            <a:rect l="l" t="t" r="r" b="b"/>
            <a:pathLst>
              <a:path w="28222" h="666750">
                <a:moveTo>
                  <a:pt x="28222" y="0"/>
                </a:moveTo>
                <a:lnTo>
                  <a:pt x="28222" y="0"/>
                </a:lnTo>
                <a:lnTo>
                  <a:pt x="28222" y="666750"/>
                </a:lnTo>
                <a:lnTo>
                  <a:pt x="28222" y="666750"/>
                </a:lnTo>
                <a:cubicBezTo>
                  <a:pt x="12636" y="666750"/>
                  <a:pt x="0" y="654114"/>
                  <a:pt x="0" y="638528"/>
                </a:cubicBezTo>
                <a:lnTo>
                  <a:pt x="0" y="28222"/>
                </a:lnTo>
                <a:cubicBezTo>
                  <a:pt x="0" y="12636"/>
                  <a:pt x="12636" y="0"/>
                  <a:pt x="28222" y="0"/>
                </a:cubicBezTo>
                <a:close/>
              </a:path>
            </a:pathLst>
          </a:custGeom>
          <a:solidFill>
            <a:srgbClr val="2B7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38528" y="1959683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95250" y="0"/>
                </a:moveTo>
                <a:lnTo>
                  <a:pt x="222250" y="0"/>
                </a:lnTo>
                <a:cubicBezTo>
                  <a:pt x="274820" y="0"/>
                  <a:pt x="317500" y="42680"/>
                  <a:pt x="317500" y="95250"/>
                </a:cubicBezTo>
                <a:lnTo>
                  <a:pt x="317500" y="222250"/>
                </a:lnTo>
                <a:cubicBezTo>
                  <a:pt x="317500" y="274820"/>
                  <a:pt x="274820" y="317500"/>
                  <a:pt x="222250" y="317500"/>
                </a:cubicBezTo>
                <a:lnTo>
                  <a:pt x="95250" y="317500"/>
                </a:lnTo>
                <a:cubicBezTo>
                  <a:pt x="42680" y="317500"/>
                  <a:pt x="0" y="274820"/>
                  <a:pt x="0" y="222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2B7FFF"/>
          </a:solidFill>
          <a:ln/>
        </p:spPr>
      </p:sp>
      <p:sp>
        <p:nvSpPr>
          <p:cNvPr id="11" name="Text 9"/>
          <p:cNvSpPr/>
          <p:nvPr/>
        </p:nvSpPr>
        <p:spPr>
          <a:xfrm>
            <a:off x="606778" y="1959683"/>
            <a:ext cx="381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278" y="1943808"/>
            <a:ext cx="188118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Input (Conceptual)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1278" y="2134308"/>
            <a:ext cx="1873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A72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openapi.yaml - "Hợp đồng" bất biến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97417" y="2578808"/>
            <a:ext cx="5356049" cy="666750"/>
          </a:xfrm>
          <a:custGeom>
            <a:avLst/>
            <a:gdLst/>
            <a:ahLst/>
            <a:cxnLst/>
            <a:rect l="l" t="t" r="r" b="b"/>
            <a:pathLst>
              <a:path w="5356049" h="666750">
                <a:moveTo>
                  <a:pt x="28222" y="0"/>
                </a:moveTo>
                <a:lnTo>
                  <a:pt x="5229046" y="0"/>
                </a:lnTo>
                <a:cubicBezTo>
                  <a:pt x="5299188" y="0"/>
                  <a:pt x="5356049" y="56861"/>
                  <a:pt x="5356049" y="127003"/>
                </a:cubicBezTo>
                <a:lnTo>
                  <a:pt x="5356049" y="539747"/>
                </a:lnTo>
                <a:cubicBezTo>
                  <a:pt x="5356049" y="609889"/>
                  <a:pt x="5299188" y="666750"/>
                  <a:pt x="5229046" y="666750"/>
                </a:cubicBezTo>
                <a:lnTo>
                  <a:pt x="28222" y="666750"/>
                </a:lnTo>
                <a:cubicBezTo>
                  <a:pt x="12636" y="666750"/>
                  <a:pt x="0" y="654114"/>
                  <a:pt x="0" y="638528"/>
                </a:cubicBezTo>
                <a:lnTo>
                  <a:pt x="0" y="28222"/>
                </a:lnTo>
                <a:cubicBezTo>
                  <a:pt x="0" y="12636"/>
                  <a:pt x="12636" y="0"/>
                  <a:pt x="28222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97417" y="2578808"/>
            <a:ext cx="28222" cy="666750"/>
          </a:xfrm>
          <a:custGeom>
            <a:avLst/>
            <a:gdLst/>
            <a:ahLst/>
            <a:cxnLst/>
            <a:rect l="l" t="t" r="r" b="b"/>
            <a:pathLst>
              <a:path w="28222" h="666750">
                <a:moveTo>
                  <a:pt x="28222" y="0"/>
                </a:moveTo>
                <a:lnTo>
                  <a:pt x="28222" y="0"/>
                </a:lnTo>
                <a:lnTo>
                  <a:pt x="28222" y="666750"/>
                </a:lnTo>
                <a:lnTo>
                  <a:pt x="28222" y="666750"/>
                </a:lnTo>
                <a:cubicBezTo>
                  <a:pt x="12636" y="666750"/>
                  <a:pt x="0" y="654114"/>
                  <a:pt x="0" y="638528"/>
                </a:cubicBezTo>
                <a:lnTo>
                  <a:pt x="0" y="28222"/>
                </a:lnTo>
                <a:cubicBezTo>
                  <a:pt x="0" y="12636"/>
                  <a:pt x="12636" y="0"/>
                  <a:pt x="28222" y="0"/>
                </a:cubicBezTo>
                <a:close/>
              </a:path>
            </a:pathLst>
          </a:custGeom>
          <a:solidFill>
            <a:srgbClr val="AD46FF"/>
          </a:solidFill>
          <a:ln/>
        </p:spPr>
      </p:sp>
      <p:sp>
        <p:nvSpPr>
          <p:cNvPr id="16" name="Shape 14"/>
          <p:cNvSpPr/>
          <p:nvPr/>
        </p:nvSpPr>
        <p:spPr>
          <a:xfrm>
            <a:off x="638528" y="2721683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95250" y="0"/>
                </a:moveTo>
                <a:lnTo>
                  <a:pt x="222250" y="0"/>
                </a:lnTo>
                <a:cubicBezTo>
                  <a:pt x="274820" y="0"/>
                  <a:pt x="317500" y="42680"/>
                  <a:pt x="317500" y="95250"/>
                </a:cubicBezTo>
                <a:lnTo>
                  <a:pt x="317500" y="222250"/>
                </a:lnTo>
                <a:cubicBezTo>
                  <a:pt x="317500" y="274820"/>
                  <a:pt x="274820" y="317500"/>
                  <a:pt x="222250" y="317500"/>
                </a:cubicBezTo>
                <a:lnTo>
                  <a:pt x="95250" y="317500"/>
                </a:lnTo>
                <a:cubicBezTo>
                  <a:pt x="42680" y="317500"/>
                  <a:pt x="0" y="274820"/>
                  <a:pt x="0" y="222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AD46FF"/>
          </a:solidFill>
          <a:ln/>
        </p:spPr>
      </p:sp>
      <p:sp>
        <p:nvSpPr>
          <p:cNvPr id="17" name="Text 15"/>
          <p:cNvSpPr/>
          <p:nvPr/>
        </p:nvSpPr>
        <p:spPr>
          <a:xfrm>
            <a:off x="606778" y="2721683"/>
            <a:ext cx="381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51278" y="2705808"/>
            <a:ext cx="2325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Process (AI-Transpilation)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51278" y="2896308"/>
            <a:ext cx="2317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A72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Copilot Agent - "Trình biên dịch thông minh"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97417" y="3340808"/>
            <a:ext cx="5356049" cy="666750"/>
          </a:xfrm>
          <a:custGeom>
            <a:avLst/>
            <a:gdLst/>
            <a:ahLst/>
            <a:cxnLst/>
            <a:rect l="l" t="t" r="r" b="b"/>
            <a:pathLst>
              <a:path w="5356049" h="666750">
                <a:moveTo>
                  <a:pt x="28222" y="0"/>
                </a:moveTo>
                <a:lnTo>
                  <a:pt x="5229046" y="0"/>
                </a:lnTo>
                <a:cubicBezTo>
                  <a:pt x="5299188" y="0"/>
                  <a:pt x="5356049" y="56861"/>
                  <a:pt x="5356049" y="127003"/>
                </a:cubicBezTo>
                <a:lnTo>
                  <a:pt x="5356049" y="539747"/>
                </a:lnTo>
                <a:cubicBezTo>
                  <a:pt x="5356049" y="609889"/>
                  <a:pt x="5299188" y="666750"/>
                  <a:pt x="5229046" y="666750"/>
                </a:cubicBezTo>
                <a:lnTo>
                  <a:pt x="28222" y="666750"/>
                </a:lnTo>
                <a:cubicBezTo>
                  <a:pt x="12636" y="666750"/>
                  <a:pt x="0" y="654114"/>
                  <a:pt x="0" y="638528"/>
                </a:cubicBezTo>
                <a:lnTo>
                  <a:pt x="0" y="28222"/>
                </a:lnTo>
                <a:cubicBezTo>
                  <a:pt x="0" y="12636"/>
                  <a:pt x="12636" y="0"/>
                  <a:pt x="28222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97417" y="3340808"/>
            <a:ext cx="28222" cy="666750"/>
          </a:xfrm>
          <a:custGeom>
            <a:avLst/>
            <a:gdLst/>
            <a:ahLst/>
            <a:cxnLst/>
            <a:rect l="l" t="t" r="r" b="b"/>
            <a:pathLst>
              <a:path w="28222" h="666750">
                <a:moveTo>
                  <a:pt x="28222" y="0"/>
                </a:moveTo>
                <a:lnTo>
                  <a:pt x="28222" y="0"/>
                </a:lnTo>
                <a:lnTo>
                  <a:pt x="28222" y="666750"/>
                </a:lnTo>
                <a:lnTo>
                  <a:pt x="28222" y="666750"/>
                </a:lnTo>
                <a:cubicBezTo>
                  <a:pt x="12636" y="666750"/>
                  <a:pt x="0" y="654114"/>
                  <a:pt x="0" y="638528"/>
                </a:cubicBezTo>
                <a:lnTo>
                  <a:pt x="0" y="28222"/>
                </a:lnTo>
                <a:cubicBezTo>
                  <a:pt x="0" y="12636"/>
                  <a:pt x="12636" y="0"/>
                  <a:pt x="28222" y="0"/>
                </a:cubicBezTo>
                <a:close/>
              </a:path>
            </a:pathLst>
          </a:custGeom>
          <a:solidFill>
            <a:srgbClr val="615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638528" y="3483683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95250" y="0"/>
                </a:moveTo>
                <a:lnTo>
                  <a:pt x="222250" y="0"/>
                </a:lnTo>
                <a:cubicBezTo>
                  <a:pt x="274820" y="0"/>
                  <a:pt x="317500" y="42680"/>
                  <a:pt x="317500" y="95250"/>
                </a:cubicBezTo>
                <a:lnTo>
                  <a:pt x="317500" y="222250"/>
                </a:lnTo>
                <a:cubicBezTo>
                  <a:pt x="317500" y="274820"/>
                  <a:pt x="274820" y="317500"/>
                  <a:pt x="222250" y="317500"/>
                </a:cubicBezTo>
                <a:lnTo>
                  <a:pt x="95250" y="317500"/>
                </a:lnTo>
                <a:cubicBezTo>
                  <a:pt x="42680" y="317500"/>
                  <a:pt x="0" y="274820"/>
                  <a:pt x="0" y="222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615FFF"/>
          </a:solidFill>
          <a:ln/>
        </p:spPr>
      </p:sp>
      <p:sp>
        <p:nvSpPr>
          <p:cNvPr id="23" name="Text 21"/>
          <p:cNvSpPr/>
          <p:nvPr/>
        </p:nvSpPr>
        <p:spPr>
          <a:xfrm>
            <a:off x="606778" y="3483683"/>
            <a:ext cx="381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51278" y="3467808"/>
            <a:ext cx="1698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Output (Implementation)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51278" y="3658308"/>
            <a:ext cx="1690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A72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Dự án .NET Web API hoàn chỉnh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78903" y="1305278"/>
            <a:ext cx="5690306" cy="1912056"/>
          </a:xfrm>
          <a:custGeom>
            <a:avLst/>
            <a:gdLst/>
            <a:ahLst/>
            <a:cxnLst/>
            <a:rect l="l" t="t" r="r" b="b"/>
            <a:pathLst>
              <a:path w="5690306" h="1912056">
                <a:moveTo>
                  <a:pt x="190498" y="0"/>
                </a:moveTo>
                <a:lnTo>
                  <a:pt x="5499807" y="0"/>
                </a:lnTo>
                <a:cubicBezTo>
                  <a:pt x="5605017" y="0"/>
                  <a:pt x="5690306" y="85289"/>
                  <a:pt x="5690306" y="190498"/>
                </a:cubicBezTo>
                <a:lnTo>
                  <a:pt x="5690306" y="1721557"/>
                </a:lnTo>
                <a:cubicBezTo>
                  <a:pt x="5690306" y="1826767"/>
                  <a:pt x="5605017" y="1912056"/>
                  <a:pt x="5499807" y="1912056"/>
                </a:cubicBezTo>
                <a:lnTo>
                  <a:pt x="190498" y="1912056"/>
                </a:lnTo>
                <a:cubicBezTo>
                  <a:pt x="85289" y="1912056"/>
                  <a:pt x="0" y="1826767"/>
                  <a:pt x="0" y="1721557"/>
                </a:cubicBezTo>
                <a:lnTo>
                  <a:pt x="0" y="190498"/>
                </a:lnTo>
                <a:cubicBezTo>
                  <a:pt x="0" y="85289"/>
                  <a:pt x="85289" y="0"/>
                  <a:pt x="190498" y="0"/>
                </a:cubicBezTo>
                <a:close/>
              </a:path>
            </a:pathLst>
          </a:custGeom>
          <a:solidFill>
            <a:srgbClr val="FFFFFF"/>
          </a:solidFill>
          <a:ln w="11289">
            <a:solidFill>
              <a:srgbClr val="E5E7EB"/>
            </a:solidFill>
            <a:prstDash val="solid"/>
          </a:ln>
          <a:effectLst>
            <a:outerShdw blurRad="190500" dist="31750" dir="5400000" algn="bl" rotWithShape="0">
              <a:srgbClr val="000000">
                <a:alpha val="7843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361025" y="1507245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49113" y="6697"/>
                </a:moveTo>
                <a:cubicBezTo>
                  <a:pt x="49113" y="2986"/>
                  <a:pt x="46127" y="0"/>
                  <a:pt x="42416" y="0"/>
                </a:cubicBezTo>
                <a:cubicBezTo>
                  <a:pt x="38705" y="0"/>
                  <a:pt x="35719" y="2986"/>
                  <a:pt x="35719" y="6697"/>
                </a:cubicBezTo>
                <a:lnTo>
                  <a:pt x="35719" y="17859"/>
                </a:lnTo>
                <a:cubicBezTo>
                  <a:pt x="25868" y="17859"/>
                  <a:pt x="17859" y="25868"/>
                  <a:pt x="17859" y="35719"/>
                </a:cubicBezTo>
                <a:lnTo>
                  <a:pt x="6697" y="35719"/>
                </a:lnTo>
                <a:cubicBezTo>
                  <a:pt x="2986" y="35719"/>
                  <a:pt x="0" y="38705"/>
                  <a:pt x="0" y="42416"/>
                </a:cubicBezTo>
                <a:cubicBezTo>
                  <a:pt x="0" y="46127"/>
                  <a:pt x="2986" y="49113"/>
                  <a:pt x="6697" y="49113"/>
                </a:cubicBezTo>
                <a:lnTo>
                  <a:pt x="17859" y="49113"/>
                </a:lnTo>
                <a:lnTo>
                  <a:pt x="17859" y="64740"/>
                </a:lnTo>
                <a:lnTo>
                  <a:pt x="6697" y="64740"/>
                </a:lnTo>
                <a:cubicBezTo>
                  <a:pt x="2986" y="64740"/>
                  <a:pt x="0" y="67726"/>
                  <a:pt x="0" y="71438"/>
                </a:cubicBezTo>
                <a:cubicBezTo>
                  <a:pt x="0" y="75149"/>
                  <a:pt x="2986" y="78135"/>
                  <a:pt x="6697" y="78135"/>
                </a:cubicBezTo>
                <a:lnTo>
                  <a:pt x="17859" y="78135"/>
                </a:lnTo>
                <a:lnTo>
                  <a:pt x="17859" y="93762"/>
                </a:lnTo>
                <a:lnTo>
                  <a:pt x="6697" y="93762"/>
                </a:lnTo>
                <a:cubicBezTo>
                  <a:pt x="2986" y="93762"/>
                  <a:pt x="0" y="96748"/>
                  <a:pt x="0" y="100459"/>
                </a:cubicBezTo>
                <a:cubicBezTo>
                  <a:pt x="0" y="104170"/>
                  <a:pt x="2986" y="107156"/>
                  <a:pt x="6697" y="107156"/>
                </a:cubicBezTo>
                <a:lnTo>
                  <a:pt x="17859" y="107156"/>
                </a:lnTo>
                <a:cubicBezTo>
                  <a:pt x="17859" y="117007"/>
                  <a:pt x="25868" y="125016"/>
                  <a:pt x="35719" y="125016"/>
                </a:cubicBezTo>
                <a:lnTo>
                  <a:pt x="35719" y="136178"/>
                </a:lnTo>
                <a:cubicBezTo>
                  <a:pt x="35719" y="139889"/>
                  <a:pt x="38705" y="142875"/>
                  <a:pt x="42416" y="142875"/>
                </a:cubicBezTo>
                <a:cubicBezTo>
                  <a:pt x="46127" y="142875"/>
                  <a:pt x="49113" y="139889"/>
                  <a:pt x="49113" y="136178"/>
                </a:cubicBezTo>
                <a:lnTo>
                  <a:pt x="49113" y="125016"/>
                </a:lnTo>
                <a:lnTo>
                  <a:pt x="64740" y="125016"/>
                </a:lnTo>
                <a:lnTo>
                  <a:pt x="64740" y="136178"/>
                </a:lnTo>
                <a:cubicBezTo>
                  <a:pt x="64740" y="139889"/>
                  <a:pt x="67726" y="142875"/>
                  <a:pt x="71438" y="142875"/>
                </a:cubicBezTo>
                <a:cubicBezTo>
                  <a:pt x="75149" y="142875"/>
                  <a:pt x="78135" y="139889"/>
                  <a:pt x="78135" y="136178"/>
                </a:cubicBezTo>
                <a:lnTo>
                  <a:pt x="78135" y="125016"/>
                </a:lnTo>
                <a:lnTo>
                  <a:pt x="93762" y="125016"/>
                </a:lnTo>
                <a:lnTo>
                  <a:pt x="93762" y="136178"/>
                </a:lnTo>
                <a:cubicBezTo>
                  <a:pt x="93762" y="139889"/>
                  <a:pt x="96748" y="142875"/>
                  <a:pt x="100459" y="142875"/>
                </a:cubicBezTo>
                <a:cubicBezTo>
                  <a:pt x="104170" y="142875"/>
                  <a:pt x="107156" y="139889"/>
                  <a:pt x="107156" y="136178"/>
                </a:cubicBezTo>
                <a:lnTo>
                  <a:pt x="107156" y="125016"/>
                </a:lnTo>
                <a:cubicBezTo>
                  <a:pt x="117007" y="125016"/>
                  <a:pt x="125016" y="117007"/>
                  <a:pt x="125016" y="107156"/>
                </a:cubicBezTo>
                <a:lnTo>
                  <a:pt x="136178" y="107156"/>
                </a:lnTo>
                <a:cubicBezTo>
                  <a:pt x="139889" y="107156"/>
                  <a:pt x="142875" y="104170"/>
                  <a:pt x="142875" y="100459"/>
                </a:cubicBezTo>
                <a:cubicBezTo>
                  <a:pt x="142875" y="96748"/>
                  <a:pt x="139889" y="93762"/>
                  <a:pt x="136178" y="93762"/>
                </a:cubicBezTo>
                <a:lnTo>
                  <a:pt x="125016" y="93762"/>
                </a:lnTo>
                <a:lnTo>
                  <a:pt x="125016" y="78135"/>
                </a:lnTo>
                <a:lnTo>
                  <a:pt x="136178" y="78135"/>
                </a:lnTo>
                <a:cubicBezTo>
                  <a:pt x="139889" y="78135"/>
                  <a:pt x="142875" y="75149"/>
                  <a:pt x="142875" y="71438"/>
                </a:cubicBezTo>
                <a:cubicBezTo>
                  <a:pt x="142875" y="67726"/>
                  <a:pt x="139889" y="64740"/>
                  <a:pt x="136178" y="64740"/>
                </a:cubicBezTo>
                <a:lnTo>
                  <a:pt x="125016" y="64740"/>
                </a:lnTo>
                <a:lnTo>
                  <a:pt x="125016" y="49113"/>
                </a:lnTo>
                <a:lnTo>
                  <a:pt x="136178" y="49113"/>
                </a:lnTo>
                <a:cubicBezTo>
                  <a:pt x="139889" y="49113"/>
                  <a:pt x="142875" y="46127"/>
                  <a:pt x="142875" y="42416"/>
                </a:cubicBezTo>
                <a:cubicBezTo>
                  <a:pt x="142875" y="38705"/>
                  <a:pt x="139889" y="35719"/>
                  <a:pt x="136178" y="35719"/>
                </a:cubicBezTo>
                <a:lnTo>
                  <a:pt x="125016" y="35719"/>
                </a:lnTo>
                <a:cubicBezTo>
                  <a:pt x="125016" y="25868"/>
                  <a:pt x="117007" y="17859"/>
                  <a:pt x="107156" y="17859"/>
                </a:cubicBezTo>
                <a:lnTo>
                  <a:pt x="107156" y="6697"/>
                </a:lnTo>
                <a:cubicBezTo>
                  <a:pt x="107156" y="2986"/>
                  <a:pt x="104170" y="0"/>
                  <a:pt x="100459" y="0"/>
                </a:cubicBezTo>
                <a:cubicBezTo>
                  <a:pt x="96748" y="0"/>
                  <a:pt x="93762" y="2986"/>
                  <a:pt x="93762" y="6697"/>
                </a:cubicBezTo>
                <a:lnTo>
                  <a:pt x="93762" y="17859"/>
                </a:lnTo>
                <a:lnTo>
                  <a:pt x="78135" y="17859"/>
                </a:lnTo>
                <a:lnTo>
                  <a:pt x="78135" y="6697"/>
                </a:lnTo>
                <a:cubicBezTo>
                  <a:pt x="78135" y="2986"/>
                  <a:pt x="75149" y="0"/>
                  <a:pt x="71438" y="0"/>
                </a:cubicBezTo>
                <a:cubicBezTo>
                  <a:pt x="67726" y="0"/>
                  <a:pt x="64740" y="2986"/>
                  <a:pt x="64740" y="6697"/>
                </a:cubicBezTo>
                <a:lnTo>
                  <a:pt x="64740" y="17859"/>
                </a:lnTo>
                <a:lnTo>
                  <a:pt x="49113" y="17859"/>
                </a:lnTo>
                <a:lnTo>
                  <a:pt x="49113" y="6697"/>
                </a:lnTo>
                <a:close/>
                <a:moveTo>
                  <a:pt x="44648" y="35719"/>
                </a:moveTo>
                <a:lnTo>
                  <a:pt x="98227" y="35719"/>
                </a:lnTo>
                <a:cubicBezTo>
                  <a:pt x="103166" y="35719"/>
                  <a:pt x="107156" y="39709"/>
                  <a:pt x="107156" y="44648"/>
                </a:cubicBezTo>
                <a:lnTo>
                  <a:pt x="107156" y="98227"/>
                </a:lnTo>
                <a:cubicBezTo>
                  <a:pt x="107156" y="103166"/>
                  <a:pt x="103166" y="107156"/>
                  <a:pt x="98227" y="107156"/>
                </a:cubicBezTo>
                <a:lnTo>
                  <a:pt x="44648" y="107156"/>
                </a:lnTo>
                <a:cubicBezTo>
                  <a:pt x="39709" y="107156"/>
                  <a:pt x="35719" y="103166"/>
                  <a:pt x="35719" y="98227"/>
                </a:cubicBezTo>
                <a:lnTo>
                  <a:pt x="35719" y="44648"/>
                </a:lnTo>
                <a:cubicBezTo>
                  <a:pt x="35719" y="39709"/>
                  <a:pt x="39709" y="35719"/>
                  <a:pt x="44648" y="35719"/>
                </a:cubicBezTo>
                <a:close/>
                <a:moveTo>
                  <a:pt x="49113" y="49113"/>
                </a:moveTo>
                <a:lnTo>
                  <a:pt x="49113" y="93762"/>
                </a:lnTo>
                <a:lnTo>
                  <a:pt x="93762" y="93762"/>
                </a:lnTo>
                <a:lnTo>
                  <a:pt x="93762" y="49113"/>
                </a:lnTo>
                <a:lnTo>
                  <a:pt x="49113" y="49113"/>
                </a:lnTo>
                <a:close/>
              </a:path>
            </a:pathLst>
          </a:custGeom>
          <a:solidFill>
            <a:srgbClr val="615FFF"/>
          </a:solidFill>
          <a:ln/>
        </p:spPr>
      </p:sp>
      <p:sp>
        <p:nvSpPr>
          <p:cNvPr id="28" name="Text 26"/>
          <p:cNvSpPr/>
          <p:nvPr/>
        </p:nvSpPr>
        <p:spPr>
          <a:xfrm>
            <a:off x="6523743" y="1467558"/>
            <a:ext cx="5254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Kiến trúc Minimal API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41181" y="1785058"/>
            <a:ext cx="542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Thay vì Controller cồng kềnh, sử dụng Program.cs với các lệnh ánh xạ trực tiếp: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41181" y="2070808"/>
            <a:ext cx="5365750" cy="285750"/>
          </a:xfrm>
          <a:custGeom>
            <a:avLst/>
            <a:gdLst/>
            <a:ahLst/>
            <a:cxnLst/>
            <a:rect l="l" t="t" r="r" b="b"/>
            <a:pathLst>
              <a:path w="5365750" h="285750">
                <a:moveTo>
                  <a:pt x="63499" y="0"/>
                </a:moveTo>
                <a:lnTo>
                  <a:pt x="5302251" y="0"/>
                </a:lnTo>
                <a:cubicBezTo>
                  <a:pt x="5337320" y="0"/>
                  <a:pt x="5365750" y="28430"/>
                  <a:pt x="5365750" y="63499"/>
                </a:cubicBezTo>
                <a:lnTo>
                  <a:pt x="5365750" y="222251"/>
                </a:lnTo>
                <a:cubicBezTo>
                  <a:pt x="5365750" y="257320"/>
                  <a:pt x="5337320" y="285750"/>
                  <a:pt x="5302251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3F4F6"/>
          </a:solidFill>
          <a:ln/>
        </p:spPr>
      </p:sp>
      <p:sp>
        <p:nvSpPr>
          <p:cNvPr id="31" name="Text 29"/>
          <p:cNvSpPr/>
          <p:nvPr/>
        </p:nvSpPr>
        <p:spPr>
          <a:xfrm>
            <a:off x="6341181" y="2070808"/>
            <a:ext cx="5421313" cy="28575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810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app.MapGet</a:t>
            </a:r>
            <a:r>
              <a:rPr lang="en-US" sz="875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875" dirty="0">
                <a:solidFill>
                  <a:srgbClr val="00A63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"/posts"</a:t>
            </a:r>
            <a:r>
              <a:rPr lang="en-US" sz="875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...)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41181" y="2420058"/>
            <a:ext cx="5365750" cy="285750"/>
          </a:xfrm>
          <a:custGeom>
            <a:avLst/>
            <a:gdLst/>
            <a:ahLst/>
            <a:cxnLst/>
            <a:rect l="l" t="t" r="r" b="b"/>
            <a:pathLst>
              <a:path w="5365750" h="285750">
                <a:moveTo>
                  <a:pt x="63499" y="0"/>
                </a:moveTo>
                <a:lnTo>
                  <a:pt x="5302251" y="0"/>
                </a:lnTo>
                <a:cubicBezTo>
                  <a:pt x="5337320" y="0"/>
                  <a:pt x="5365750" y="28430"/>
                  <a:pt x="5365750" y="63499"/>
                </a:cubicBezTo>
                <a:lnTo>
                  <a:pt x="5365750" y="222251"/>
                </a:lnTo>
                <a:cubicBezTo>
                  <a:pt x="5365750" y="257320"/>
                  <a:pt x="5337320" y="285750"/>
                  <a:pt x="5302251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3F4F6"/>
          </a:solidFill>
          <a:ln/>
        </p:spPr>
      </p:sp>
      <p:sp>
        <p:nvSpPr>
          <p:cNvPr id="33" name="Text 31"/>
          <p:cNvSpPr/>
          <p:nvPr/>
        </p:nvSpPr>
        <p:spPr>
          <a:xfrm>
            <a:off x="6341181" y="2420058"/>
            <a:ext cx="5421313" cy="28575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810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app.MapPost</a:t>
            </a:r>
            <a:r>
              <a:rPr lang="en-US" sz="875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875" dirty="0">
                <a:solidFill>
                  <a:srgbClr val="00A63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"/posts"</a:t>
            </a:r>
            <a:r>
              <a:rPr lang="en-US" sz="875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...)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41181" y="2769308"/>
            <a:ext cx="5365750" cy="285750"/>
          </a:xfrm>
          <a:custGeom>
            <a:avLst/>
            <a:gdLst/>
            <a:ahLst/>
            <a:cxnLst/>
            <a:rect l="l" t="t" r="r" b="b"/>
            <a:pathLst>
              <a:path w="5365750" h="285750">
                <a:moveTo>
                  <a:pt x="63499" y="0"/>
                </a:moveTo>
                <a:lnTo>
                  <a:pt x="5302251" y="0"/>
                </a:lnTo>
                <a:cubicBezTo>
                  <a:pt x="5337320" y="0"/>
                  <a:pt x="5365750" y="28430"/>
                  <a:pt x="5365750" y="63499"/>
                </a:cubicBezTo>
                <a:lnTo>
                  <a:pt x="5365750" y="222251"/>
                </a:lnTo>
                <a:cubicBezTo>
                  <a:pt x="5365750" y="257320"/>
                  <a:pt x="5337320" y="285750"/>
                  <a:pt x="5302251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3F4F6"/>
          </a:solidFill>
          <a:ln/>
        </p:spPr>
      </p:sp>
      <p:sp>
        <p:nvSpPr>
          <p:cNvPr id="35" name="Text 33"/>
          <p:cNvSpPr/>
          <p:nvPr/>
        </p:nvSpPr>
        <p:spPr>
          <a:xfrm>
            <a:off x="6341181" y="2769308"/>
            <a:ext cx="5421313" cy="28575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810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app.MapPatch</a:t>
            </a:r>
            <a:r>
              <a:rPr lang="en-US" sz="875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875" dirty="0">
                <a:solidFill>
                  <a:srgbClr val="00A63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"/posts/{id}"</a:t>
            </a:r>
            <a:r>
              <a:rPr lang="en-US" sz="875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...)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178903" y="3351389"/>
            <a:ext cx="5690306" cy="2102556"/>
          </a:xfrm>
          <a:custGeom>
            <a:avLst/>
            <a:gdLst/>
            <a:ahLst/>
            <a:cxnLst/>
            <a:rect l="l" t="t" r="r" b="b"/>
            <a:pathLst>
              <a:path w="5690306" h="2102556">
                <a:moveTo>
                  <a:pt x="190492" y="0"/>
                </a:moveTo>
                <a:lnTo>
                  <a:pt x="5499814" y="0"/>
                </a:lnTo>
                <a:cubicBezTo>
                  <a:pt x="5605020" y="0"/>
                  <a:pt x="5690306" y="85286"/>
                  <a:pt x="5690306" y="190492"/>
                </a:cubicBezTo>
                <a:lnTo>
                  <a:pt x="5690306" y="1912064"/>
                </a:lnTo>
                <a:cubicBezTo>
                  <a:pt x="5690306" y="2017270"/>
                  <a:pt x="5605020" y="2102556"/>
                  <a:pt x="5499814" y="2102556"/>
                </a:cubicBezTo>
                <a:lnTo>
                  <a:pt x="190492" y="2102556"/>
                </a:lnTo>
                <a:cubicBezTo>
                  <a:pt x="85356" y="2102556"/>
                  <a:pt x="0" y="2017199"/>
                  <a:pt x="0" y="1912064"/>
                </a:cubicBezTo>
                <a:lnTo>
                  <a:pt x="0" y="190492"/>
                </a:lnTo>
                <a:cubicBezTo>
                  <a:pt x="0" y="85356"/>
                  <a:pt x="85356" y="0"/>
                  <a:pt x="190492" y="0"/>
                </a:cubicBezTo>
                <a:close/>
              </a:path>
            </a:pathLst>
          </a:custGeom>
          <a:gradFill flip="none" rotWithShape="1">
            <a:gsLst>
              <a:gs pos="0">
                <a:srgbClr val="ECFEFF"/>
              </a:gs>
              <a:gs pos="100000">
                <a:srgbClr val="EFF6FF"/>
              </a:gs>
            </a:gsLst>
            <a:lin ang="2700000" scaled="1"/>
          </a:gradFill>
          <a:ln w="11289">
            <a:solidFill>
              <a:srgbClr val="CEFAF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69954" y="3553353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17859" y="8930"/>
                </a:moveTo>
                <a:cubicBezTo>
                  <a:pt x="8009" y="8930"/>
                  <a:pt x="0" y="16939"/>
                  <a:pt x="0" y="26789"/>
                </a:cubicBezTo>
                <a:lnTo>
                  <a:pt x="0" y="44648"/>
                </a:lnTo>
                <a:cubicBezTo>
                  <a:pt x="0" y="54499"/>
                  <a:pt x="8009" y="62508"/>
                  <a:pt x="17859" y="62508"/>
                </a:cubicBezTo>
                <a:lnTo>
                  <a:pt x="107156" y="62508"/>
                </a:lnTo>
                <a:cubicBezTo>
                  <a:pt x="117007" y="62508"/>
                  <a:pt x="125016" y="54499"/>
                  <a:pt x="125016" y="44648"/>
                </a:cubicBezTo>
                <a:lnTo>
                  <a:pt x="125016" y="26789"/>
                </a:lnTo>
                <a:cubicBezTo>
                  <a:pt x="125016" y="16939"/>
                  <a:pt x="117007" y="8930"/>
                  <a:pt x="107156" y="8930"/>
                </a:cubicBezTo>
                <a:lnTo>
                  <a:pt x="17859" y="8930"/>
                </a:lnTo>
                <a:close/>
                <a:moveTo>
                  <a:pt x="78135" y="29021"/>
                </a:moveTo>
                <a:cubicBezTo>
                  <a:pt x="81831" y="29021"/>
                  <a:pt x="84832" y="32022"/>
                  <a:pt x="84832" y="35719"/>
                </a:cubicBezTo>
                <a:cubicBezTo>
                  <a:pt x="84832" y="39415"/>
                  <a:pt x="81831" y="42416"/>
                  <a:pt x="78135" y="42416"/>
                </a:cubicBezTo>
                <a:cubicBezTo>
                  <a:pt x="74438" y="42416"/>
                  <a:pt x="71438" y="39415"/>
                  <a:pt x="71438" y="35719"/>
                </a:cubicBezTo>
                <a:cubicBezTo>
                  <a:pt x="71438" y="32022"/>
                  <a:pt x="74438" y="29021"/>
                  <a:pt x="78135" y="29021"/>
                </a:cubicBezTo>
                <a:close/>
                <a:moveTo>
                  <a:pt x="93762" y="35719"/>
                </a:moveTo>
                <a:cubicBezTo>
                  <a:pt x="93762" y="32022"/>
                  <a:pt x="96763" y="29021"/>
                  <a:pt x="100459" y="29021"/>
                </a:cubicBezTo>
                <a:cubicBezTo>
                  <a:pt x="104155" y="29021"/>
                  <a:pt x="107156" y="32022"/>
                  <a:pt x="107156" y="35719"/>
                </a:cubicBezTo>
                <a:cubicBezTo>
                  <a:pt x="107156" y="39415"/>
                  <a:pt x="104155" y="42416"/>
                  <a:pt x="100459" y="42416"/>
                </a:cubicBezTo>
                <a:cubicBezTo>
                  <a:pt x="96763" y="42416"/>
                  <a:pt x="93762" y="39415"/>
                  <a:pt x="93762" y="35719"/>
                </a:cubicBezTo>
                <a:close/>
                <a:moveTo>
                  <a:pt x="17859" y="80367"/>
                </a:moveTo>
                <a:cubicBezTo>
                  <a:pt x="8009" y="80367"/>
                  <a:pt x="0" y="88376"/>
                  <a:pt x="0" y="98227"/>
                </a:cubicBezTo>
                <a:lnTo>
                  <a:pt x="0" y="116086"/>
                </a:lnTo>
                <a:cubicBezTo>
                  <a:pt x="0" y="125936"/>
                  <a:pt x="8009" y="133945"/>
                  <a:pt x="17859" y="133945"/>
                </a:cubicBezTo>
                <a:lnTo>
                  <a:pt x="107156" y="133945"/>
                </a:lnTo>
                <a:cubicBezTo>
                  <a:pt x="117007" y="133945"/>
                  <a:pt x="125016" y="125936"/>
                  <a:pt x="125016" y="116086"/>
                </a:cubicBezTo>
                <a:lnTo>
                  <a:pt x="125016" y="98227"/>
                </a:lnTo>
                <a:cubicBezTo>
                  <a:pt x="125016" y="88376"/>
                  <a:pt x="117007" y="80367"/>
                  <a:pt x="107156" y="80367"/>
                </a:cubicBezTo>
                <a:lnTo>
                  <a:pt x="17859" y="80367"/>
                </a:lnTo>
                <a:close/>
                <a:moveTo>
                  <a:pt x="78135" y="100459"/>
                </a:moveTo>
                <a:cubicBezTo>
                  <a:pt x="81831" y="100459"/>
                  <a:pt x="84832" y="103460"/>
                  <a:pt x="84832" y="107156"/>
                </a:cubicBezTo>
                <a:cubicBezTo>
                  <a:pt x="84832" y="110853"/>
                  <a:pt x="81831" y="113854"/>
                  <a:pt x="78135" y="113854"/>
                </a:cubicBezTo>
                <a:cubicBezTo>
                  <a:pt x="74438" y="113854"/>
                  <a:pt x="71438" y="110853"/>
                  <a:pt x="71438" y="107156"/>
                </a:cubicBezTo>
                <a:cubicBezTo>
                  <a:pt x="71438" y="103460"/>
                  <a:pt x="74438" y="100459"/>
                  <a:pt x="78135" y="100459"/>
                </a:cubicBezTo>
                <a:close/>
                <a:moveTo>
                  <a:pt x="93762" y="107156"/>
                </a:moveTo>
                <a:cubicBezTo>
                  <a:pt x="93762" y="103460"/>
                  <a:pt x="96763" y="100459"/>
                  <a:pt x="100459" y="100459"/>
                </a:cubicBezTo>
                <a:cubicBezTo>
                  <a:pt x="104155" y="100459"/>
                  <a:pt x="107156" y="103460"/>
                  <a:pt x="107156" y="107156"/>
                </a:cubicBezTo>
                <a:cubicBezTo>
                  <a:pt x="107156" y="110853"/>
                  <a:pt x="104155" y="113854"/>
                  <a:pt x="100459" y="113854"/>
                </a:cubicBezTo>
                <a:cubicBezTo>
                  <a:pt x="96763" y="113854"/>
                  <a:pt x="93762" y="110853"/>
                  <a:pt x="93762" y="107156"/>
                </a:cubicBezTo>
                <a:close/>
              </a:path>
            </a:pathLst>
          </a:custGeom>
          <a:solidFill>
            <a:srgbClr val="00B8DB"/>
          </a:solidFill>
          <a:ln/>
        </p:spPr>
      </p:sp>
      <p:sp>
        <p:nvSpPr>
          <p:cNvPr id="38" name="Text 36"/>
          <p:cNvSpPr/>
          <p:nvPr/>
        </p:nvSpPr>
        <p:spPr>
          <a:xfrm>
            <a:off x="6523743" y="3513665"/>
            <a:ext cx="5254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Môi trường Runtime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41181" y="3831165"/>
            <a:ext cx="5365750" cy="317500"/>
          </a:xfrm>
          <a:custGeom>
            <a:avLst/>
            <a:gdLst/>
            <a:ahLst/>
            <a:cxnLst/>
            <a:rect l="l" t="t" r="r" b="b"/>
            <a:pathLst>
              <a:path w="5365750" h="317500">
                <a:moveTo>
                  <a:pt x="63500" y="0"/>
                </a:moveTo>
                <a:lnTo>
                  <a:pt x="5302250" y="0"/>
                </a:lnTo>
                <a:cubicBezTo>
                  <a:pt x="5337297" y="0"/>
                  <a:pt x="5365750" y="28453"/>
                  <a:pt x="5365750" y="63500"/>
                </a:cubicBezTo>
                <a:lnTo>
                  <a:pt x="5365750" y="254000"/>
                </a:lnTo>
                <a:cubicBezTo>
                  <a:pt x="5365750" y="289047"/>
                  <a:pt x="5337297" y="317500"/>
                  <a:pt x="530225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6404681" y="3894665"/>
            <a:ext cx="547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Runtime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1254713" y="3894665"/>
            <a:ext cx="452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92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.NET 8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41181" y="4212165"/>
            <a:ext cx="5365750" cy="317500"/>
          </a:xfrm>
          <a:custGeom>
            <a:avLst/>
            <a:gdLst/>
            <a:ahLst/>
            <a:cxnLst/>
            <a:rect l="l" t="t" r="r" b="b"/>
            <a:pathLst>
              <a:path w="5365750" h="317500">
                <a:moveTo>
                  <a:pt x="63500" y="0"/>
                </a:moveTo>
                <a:lnTo>
                  <a:pt x="5302250" y="0"/>
                </a:lnTo>
                <a:cubicBezTo>
                  <a:pt x="5337297" y="0"/>
                  <a:pt x="5365750" y="28453"/>
                  <a:pt x="5365750" y="63500"/>
                </a:cubicBezTo>
                <a:lnTo>
                  <a:pt x="5365750" y="254000"/>
                </a:lnTo>
                <a:cubicBezTo>
                  <a:pt x="5365750" y="289047"/>
                  <a:pt x="5337297" y="317500"/>
                  <a:pt x="530225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6404681" y="4275665"/>
            <a:ext cx="746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Web Server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1239500" y="4275665"/>
            <a:ext cx="468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55D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Kestrel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41181" y="4593165"/>
            <a:ext cx="5365750" cy="317500"/>
          </a:xfrm>
          <a:custGeom>
            <a:avLst/>
            <a:gdLst/>
            <a:ahLst/>
            <a:cxnLst/>
            <a:rect l="l" t="t" r="r" b="b"/>
            <a:pathLst>
              <a:path w="5365750" h="317500">
                <a:moveTo>
                  <a:pt x="63500" y="0"/>
                </a:moveTo>
                <a:lnTo>
                  <a:pt x="5302250" y="0"/>
                </a:lnTo>
                <a:cubicBezTo>
                  <a:pt x="5337297" y="0"/>
                  <a:pt x="5365750" y="28453"/>
                  <a:pt x="5365750" y="63500"/>
                </a:cubicBezTo>
                <a:lnTo>
                  <a:pt x="5365750" y="254000"/>
                </a:lnTo>
                <a:cubicBezTo>
                  <a:pt x="5365750" y="289047"/>
                  <a:pt x="5337297" y="317500"/>
                  <a:pt x="530225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6404681" y="4656665"/>
            <a:ext cx="309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Port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1339160" y="4656665"/>
            <a:ext cx="373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9810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5053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41181" y="4974165"/>
            <a:ext cx="5365750" cy="317500"/>
          </a:xfrm>
          <a:custGeom>
            <a:avLst/>
            <a:gdLst/>
            <a:ahLst/>
            <a:cxnLst/>
            <a:rect l="l" t="t" r="r" b="b"/>
            <a:pathLst>
              <a:path w="5365750" h="317500">
                <a:moveTo>
                  <a:pt x="63500" y="0"/>
                </a:moveTo>
                <a:lnTo>
                  <a:pt x="5302250" y="0"/>
                </a:lnTo>
                <a:cubicBezTo>
                  <a:pt x="5337297" y="0"/>
                  <a:pt x="5365750" y="28453"/>
                  <a:pt x="5365750" y="63500"/>
                </a:cubicBezTo>
                <a:lnTo>
                  <a:pt x="5365750" y="254000"/>
                </a:lnTo>
                <a:cubicBezTo>
                  <a:pt x="5365750" y="289047"/>
                  <a:pt x="5337297" y="317500"/>
                  <a:pt x="530225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6404681" y="5037665"/>
            <a:ext cx="515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Storage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1006446" y="5037665"/>
            <a:ext cx="698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A63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In-Memory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321028" y="5588001"/>
            <a:ext cx="11548181" cy="896056"/>
          </a:xfrm>
          <a:custGeom>
            <a:avLst/>
            <a:gdLst/>
            <a:ahLst/>
            <a:cxnLst/>
            <a:rect l="l" t="t" r="r" b="b"/>
            <a:pathLst>
              <a:path w="11548181" h="896056">
                <a:moveTo>
                  <a:pt x="126998" y="0"/>
                </a:moveTo>
                <a:lnTo>
                  <a:pt x="11421183" y="0"/>
                </a:lnTo>
                <a:cubicBezTo>
                  <a:pt x="11491322" y="0"/>
                  <a:pt x="11548181" y="56859"/>
                  <a:pt x="11548181" y="126998"/>
                </a:cubicBezTo>
                <a:lnTo>
                  <a:pt x="11548181" y="769058"/>
                </a:lnTo>
                <a:cubicBezTo>
                  <a:pt x="11548181" y="839197"/>
                  <a:pt x="11491322" y="896056"/>
                  <a:pt x="11421183" y="896056"/>
                </a:cubicBezTo>
                <a:lnTo>
                  <a:pt x="126998" y="896056"/>
                </a:lnTo>
                <a:cubicBezTo>
                  <a:pt x="56859" y="896056"/>
                  <a:pt x="0" y="839197"/>
                  <a:pt x="0" y="769058"/>
                </a:cubicBezTo>
                <a:lnTo>
                  <a:pt x="0" y="126998"/>
                </a:lnTo>
                <a:cubicBezTo>
                  <a:pt x="0" y="56859"/>
                  <a:pt x="56859" y="0"/>
                  <a:pt x="126998" y="0"/>
                </a:cubicBezTo>
                <a:close/>
              </a:path>
            </a:pathLst>
          </a:custGeom>
          <a:gradFill flip="none" rotWithShape="1">
            <a:gsLst>
              <a:gs pos="0">
                <a:srgbClr val="EEF2FF"/>
              </a:gs>
              <a:gs pos="100000">
                <a:srgbClr val="FAF5FF"/>
              </a:gs>
            </a:gsLst>
            <a:lin ang="0" scaled="1"/>
          </a:gradFill>
          <a:ln w="11289">
            <a:solidFill>
              <a:srgbClr val="C6D2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51556" y="5750277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30969" y="0"/>
                </a:moveTo>
                <a:cubicBezTo>
                  <a:pt x="130969" y="-6586"/>
                  <a:pt x="125648" y="-11906"/>
                  <a:pt x="119063" y="-11906"/>
                </a:cubicBezTo>
                <a:cubicBezTo>
                  <a:pt x="112477" y="-11906"/>
                  <a:pt x="107156" y="-6586"/>
                  <a:pt x="107156" y="0"/>
                </a:cubicBezTo>
                <a:lnTo>
                  <a:pt x="107156" y="23812"/>
                </a:lnTo>
                <a:lnTo>
                  <a:pt x="71438" y="23812"/>
                </a:lnTo>
                <a:cubicBezTo>
                  <a:pt x="51718" y="23812"/>
                  <a:pt x="35719" y="39812"/>
                  <a:pt x="35719" y="59531"/>
                </a:cubicBezTo>
                <a:lnTo>
                  <a:pt x="35719" y="142875"/>
                </a:lnTo>
                <a:cubicBezTo>
                  <a:pt x="35719" y="162595"/>
                  <a:pt x="51718" y="178594"/>
                  <a:pt x="71438" y="178594"/>
                </a:cubicBezTo>
                <a:lnTo>
                  <a:pt x="166688" y="178594"/>
                </a:lnTo>
                <a:cubicBezTo>
                  <a:pt x="186407" y="178594"/>
                  <a:pt x="202406" y="162595"/>
                  <a:pt x="202406" y="142875"/>
                </a:cubicBezTo>
                <a:lnTo>
                  <a:pt x="202406" y="59531"/>
                </a:lnTo>
                <a:cubicBezTo>
                  <a:pt x="202406" y="39812"/>
                  <a:pt x="186407" y="23812"/>
                  <a:pt x="166688" y="23812"/>
                </a:cubicBezTo>
                <a:lnTo>
                  <a:pt x="130969" y="23812"/>
                </a:lnTo>
                <a:lnTo>
                  <a:pt x="130969" y="0"/>
                </a:lnTo>
                <a:close/>
                <a:moveTo>
                  <a:pt x="59531" y="136922"/>
                </a:moveTo>
                <a:cubicBezTo>
                  <a:pt x="59531" y="131973"/>
                  <a:pt x="63512" y="127992"/>
                  <a:pt x="68461" y="127992"/>
                </a:cubicBezTo>
                <a:lnTo>
                  <a:pt x="80367" y="127992"/>
                </a:lnTo>
                <a:cubicBezTo>
                  <a:pt x="85316" y="127992"/>
                  <a:pt x="89297" y="131973"/>
                  <a:pt x="89297" y="136922"/>
                </a:cubicBezTo>
                <a:cubicBezTo>
                  <a:pt x="89297" y="141870"/>
                  <a:pt x="85316" y="145852"/>
                  <a:pt x="80367" y="145852"/>
                </a:cubicBezTo>
                <a:lnTo>
                  <a:pt x="68461" y="145852"/>
                </a:lnTo>
                <a:cubicBezTo>
                  <a:pt x="63512" y="145852"/>
                  <a:pt x="59531" y="141870"/>
                  <a:pt x="59531" y="136922"/>
                </a:cubicBezTo>
                <a:close/>
                <a:moveTo>
                  <a:pt x="104180" y="136922"/>
                </a:moveTo>
                <a:cubicBezTo>
                  <a:pt x="104180" y="131973"/>
                  <a:pt x="108161" y="127992"/>
                  <a:pt x="113109" y="127992"/>
                </a:cubicBezTo>
                <a:lnTo>
                  <a:pt x="125016" y="127992"/>
                </a:lnTo>
                <a:cubicBezTo>
                  <a:pt x="129964" y="127992"/>
                  <a:pt x="133945" y="131973"/>
                  <a:pt x="133945" y="136922"/>
                </a:cubicBezTo>
                <a:cubicBezTo>
                  <a:pt x="133945" y="141870"/>
                  <a:pt x="129964" y="145852"/>
                  <a:pt x="125016" y="145852"/>
                </a:cubicBezTo>
                <a:lnTo>
                  <a:pt x="113109" y="145852"/>
                </a:lnTo>
                <a:cubicBezTo>
                  <a:pt x="108161" y="145852"/>
                  <a:pt x="104180" y="141870"/>
                  <a:pt x="104180" y="136922"/>
                </a:cubicBezTo>
                <a:close/>
                <a:moveTo>
                  <a:pt x="148828" y="136922"/>
                </a:moveTo>
                <a:cubicBezTo>
                  <a:pt x="148828" y="131973"/>
                  <a:pt x="152809" y="127992"/>
                  <a:pt x="157758" y="127992"/>
                </a:cubicBezTo>
                <a:lnTo>
                  <a:pt x="169664" y="127992"/>
                </a:lnTo>
                <a:cubicBezTo>
                  <a:pt x="174613" y="127992"/>
                  <a:pt x="178594" y="131973"/>
                  <a:pt x="178594" y="136922"/>
                </a:cubicBezTo>
                <a:cubicBezTo>
                  <a:pt x="178594" y="141870"/>
                  <a:pt x="174613" y="145852"/>
                  <a:pt x="169664" y="145852"/>
                </a:cubicBezTo>
                <a:lnTo>
                  <a:pt x="157758" y="145852"/>
                </a:lnTo>
                <a:cubicBezTo>
                  <a:pt x="152809" y="145852"/>
                  <a:pt x="148828" y="141870"/>
                  <a:pt x="148828" y="136922"/>
                </a:cubicBezTo>
                <a:close/>
                <a:moveTo>
                  <a:pt x="83344" y="65484"/>
                </a:moveTo>
                <a:cubicBezTo>
                  <a:pt x="93201" y="65484"/>
                  <a:pt x="101203" y="73487"/>
                  <a:pt x="101203" y="83344"/>
                </a:cubicBezTo>
                <a:cubicBezTo>
                  <a:pt x="101203" y="93201"/>
                  <a:pt x="93201" y="101203"/>
                  <a:pt x="83344" y="101203"/>
                </a:cubicBezTo>
                <a:cubicBezTo>
                  <a:pt x="73487" y="101203"/>
                  <a:pt x="65484" y="93201"/>
                  <a:pt x="65484" y="83344"/>
                </a:cubicBezTo>
                <a:cubicBezTo>
                  <a:pt x="65484" y="73487"/>
                  <a:pt x="73487" y="65484"/>
                  <a:pt x="83344" y="65484"/>
                </a:cubicBezTo>
                <a:close/>
                <a:moveTo>
                  <a:pt x="136922" y="83344"/>
                </a:moveTo>
                <a:cubicBezTo>
                  <a:pt x="136922" y="73487"/>
                  <a:pt x="144924" y="65484"/>
                  <a:pt x="154781" y="65484"/>
                </a:cubicBezTo>
                <a:cubicBezTo>
                  <a:pt x="164638" y="65484"/>
                  <a:pt x="172641" y="73487"/>
                  <a:pt x="172641" y="83344"/>
                </a:cubicBezTo>
                <a:cubicBezTo>
                  <a:pt x="172641" y="93201"/>
                  <a:pt x="164638" y="101203"/>
                  <a:pt x="154781" y="101203"/>
                </a:cubicBezTo>
                <a:cubicBezTo>
                  <a:pt x="144924" y="101203"/>
                  <a:pt x="136922" y="93201"/>
                  <a:pt x="136922" y="83344"/>
                </a:cubicBezTo>
                <a:close/>
                <a:moveTo>
                  <a:pt x="23812" y="83344"/>
                </a:moveTo>
                <a:cubicBezTo>
                  <a:pt x="23812" y="76758"/>
                  <a:pt x="18492" y="71438"/>
                  <a:pt x="11906" y="71438"/>
                </a:cubicBezTo>
                <a:cubicBezTo>
                  <a:pt x="5321" y="71438"/>
                  <a:pt x="0" y="76758"/>
                  <a:pt x="0" y="83344"/>
                </a:cubicBezTo>
                <a:lnTo>
                  <a:pt x="0" y="119063"/>
                </a:lnTo>
                <a:cubicBezTo>
                  <a:pt x="0" y="125648"/>
                  <a:pt x="5321" y="130969"/>
                  <a:pt x="11906" y="130969"/>
                </a:cubicBezTo>
                <a:cubicBezTo>
                  <a:pt x="18492" y="130969"/>
                  <a:pt x="23812" y="125648"/>
                  <a:pt x="23812" y="119063"/>
                </a:cubicBezTo>
                <a:lnTo>
                  <a:pt x="23812" y="83344"/>
                </a:lnTo>
                <a:close/>
                <a:moveTo>
                  <a:pt x="226219" y="71438"/>
                </a:moveTo>
                <a:cubicBezTo>
                  <a:pt x="219633" y="71438"/>
                  <a:pt x="214313" y="76758"/>
                  <a:pt x="214313" y="83344"/>
                </a:cubicBezTo>
                <a:lnTo>
                  <a:pt x="214313" y="119063"/>
                </a:lnTo>
                <a:cubicBezTo>
                  <a:pt x="214313" y="125648"/>
                  <a:pt x="219633" y="130969"/>
                  <a:pt x="226219" y="130969"/>
                </a:cubicBezTo>
                <a:cubicBezTo>
                  <a:pt x="232804" y="130969"/>
                  <a:pt x="238125" y="125648"/>
                  <a:pt x="238125" y="119063"/>
                </a:cubicBezTo>
                <a:lnTo>
                  <a:pt x="238125" y="83344"/>
                </a:lnTo>
                <a:cubicBezTo>
                  <a:pt x="238125" y="76758"/>
                  <a:pt x="232804" y="71438"/>
                  <a:pt x="226219" y="71438"/>
                </a:cubicBezTo>
                <a:close/>
              </a:path>
            </a:pathLst>
          </a:custGeom>
          <a:solidFill>
            <a:srgbClr val="615FFF"/>
          </a:solidFill>
          <a:ln/>
        </p:spPr>
      </p:sp>
      <p:sp>
        <p:nvSpPr>
          <p:cNvPr id="53" name="Text 51"/>
          <p:cNvSpPr/>
          <p:nvPr/>
        </p:nvSpPr>
        <p:spPr>
          <a:xfrm>
            <a:off x="816681" y="5718527"/>
            <a:ext cx="9334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Kỹ thuật Prompting (Vibe Coding)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16681" y="5972527"/>
            <a:ext cx="9271000" cy="381000"/>
          </a:xfrm>
          <a:custGeom>
            <a:avLst/>
            <a:gdLst/>
            <a:ahLst/>
            <a:cxnLst/>
            <a:rect l="l" t="t" r="r" b="b"/>
            <a:pathLst>
              <a:path w="9271000" h="381000">
                <a:moveTo>
                  <a:pt x="63501" y="0"/>
                </a:moveTo>
                <a:lnTo>
                  <a:pt x="9207499" y="0"/>
                </a:lnTo>
                <a:cubicBezTo>
                  <a:pt x="9242570" y="0"/>
                  <a:pt x="9271000" y="28430"/>
                  <a:pt x="9271000" y="63501"/>
                </a:cubicBezTo>
                <a:lnTo>
                  <a:pt x="9271000" y="317499"/>
                </a:lnTo>
                <a:cubicBezTo>
                  <a:pt x="9271000" y="352570"/>
                  <a:pt x="9242570" y="381000"/>
                  <a:pt x="920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FFFFFF">
              <a:alpha val="50196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816681" y="5972527"/>
            <a:ext cx="9334500" cy="3810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"@workspace /generate Look at the openapi.yaml file... Implement a .NET 8 Minimal API in Program.cs that matches all endpoints..."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7" grpId="0" animBg="1"/>
      <p:bldP spid="11" grpId="0" animBg="1"/>
      <p:bldP spid="12" grpId="0" animBg="1"/>
      <p:bldP spid="13" grpId="0" animBg="1"/>
      <p:bldP spid="17" grpId="0" animBg="1"/>
      <p:bldP spid="18" grpId="0" animBg="1"/>
      <p:bldP spid="19" grpId="0" animBg="1"/>
      <p:bldP spid="23" grpId="0" animBg="1"/>
      <p:bldP spid="24" grpId="0" animBg="1"/>
      <p:bldP spid="25" grpId="0" animBg="1"/>
      <p:bldP spid="28" grpId="0" animBg="1"/>
      <p:bldP spid="29" grpId="0" animBg="1"/>
      <p:bldP spid="31" grpId="0" animBg="1"/>
      <p:bldP spid="33" grpId="0" animBg="1"/>
      <p:bldP spid="35" grpId="0" animBg="1"/>
      <p:bldP spid="38" grpId="0" animBg="1"/>
      <p:bldP spid="40" grpId="0" animBg="1"/>
      <p:bldP spid="41" grpId="0" animBg="1"/>
      <p:bldP spid="43" grpId="0" animBg="1"/>
      <p:bldP spid="44" grpId="0" animBg="1"/>
      <p:bldP spid="46" grpId="0" animBg="1"/>
      <p:bldP spid="47" grpId="0" animBg="1"/>
      <p:bldP spid="49" grpId="0" animBg="1"/>
      <p:bldP spid="50" grpId="0" animBg="1"/>
      <p:bldP spid="53" grpId="0" animBg="1"/>
      <p:bldP spid="5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4212" y="364212"/>
            <a:ext cx="11536418" cy="218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7" b="1" kern="0" spc="115" dirty="0">
                <a:solidFill>
                  <a:srgbClr val="00BBA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CHAPTER 05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4212" y="655582"/>
            <a:ext cx="11627471" cy="364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81" b="1" dirty="0">
                <a:solidFill>
                  <a:srgbClr val="10182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DOCKER CONTAINERIZATION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4212" y="1092636"/>
            <a:ext cx="11545524" cy="254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1" dirty="0">
                <a:solidFill>
                  <a:srgbClr val="6A72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Vibe Coding cho DevOps - Tự động hóa hạ tầng triển khai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8259" y="1497316"/>
            <a:ext cx="5635171" cy="3850531"/>
          </a:xfrm>
          <a:custGeom>
            <a:avLst/>
            <a:gdLst/>
            <a:ahLst/>
            <a:cxnLst/>
            <a:rect l="l" t="t" r="r" b="b"/>
            <a:pathLst>
              <a:path w="5635171" h="3850531">
                <a:moveTo>
                  <a:pt x="218518" y="0"/>
                </a:moveTo>
                <a:lnTo>
                  <a:pt x="5416653" y="0"/>
                </a:lnTo>
                <a:cubicBezTo>
                  <a:pt x="5537337" y="0"/>
                  <a:pt x="5635171" y="97834"/>
                  <a:pt x="5635171" y="218518"/>
                </a:cubicBezTo>
                <a:lnTo>
                  <a:pt x="5635171" y="3632014"/>
                </a:lnTo>
                <a:cubicBezTo>
                  <a:pt x="5635171" y="3752698"/>
                  <a:pt x="5537337" y="3850531"/>
                  <a:pt x="5416653" y="3850531"/>
                </a:cubicBezTo>
                <a:lnTo>
                  <a:pt x="218518" y="3850531"/>
                </a:lnTo>
                <a:cubicBezTo>
                  <a:pt x="97834" y="3850531"/>
                  <a:pt x="0" y="3752698"/>
                  <a:pt x="0" y="3632014"/>
                </a:cubicBezTo>
                <a:lnTo>
                  <a:pt x="0" y="218518"/>
                </a:lnTo>
                <a:cubicBezTo>
                  <a:pt x="0" y="97834"/>
                  <a:pt x="97834" y="0"/>
                  <a:pt x="218518" y="0"/>
                </a:cubicBezTo>
                <a:close/>
              </a:path>
            </a:pathLst>
          </a:custGeom>
          <a:gradFill flip="none" rotWithShape="1">
            <a:gsLst>
              <a:gs pos="0">
                <a:srgbClr val="F0FDFA"/>
              </a:gs>
              <a:gs pos="100000">
                <a:srgbClr val="ECFEFF"/>
              </a:gs>
            </a:gsLst>
            <a:lin ang="2700000" scaled="1"/>
          </a:gradFill>
          <a:ln w="11289">
            <a:solidFill>
              <a:srgbClr val="CBFB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7175" y="1719893"/>
            <a:ext cx="182106" cy="182106"/>
          </a:xfrm>
          <a:custGeom>
            <a:avLst/>
            <a:gdLst/>
            <a:ahLst/>
            <a:cxnLst/>
            <a:rect l="l" t="t" r="r" b="b"/>
            <a:pathLst>
              <a:path w="182106" h="182106">
                <a:moveTo>
                  <a:pt x="23439" y="81272"/>
                </a:moveTo>
                <a:cubicBezTo>
                  <a:pt x="28170" y="48194"/>
                  <a:pt x="56659" y="22763"/>
                  <a:pt x="91053" y="22763"/>
                </a:cubicBezTo>
                <a:cubicBezTo>
                  <a:pt x="109904" y="22763"/>
                  <a:pt x="126976" y="30410"/>
                  <a:pt x="139354" y="42752"/>
                </a:cubicBezTo>
                <a:cubicBezTo>
                  <a:pt x="139425" y="42823"/>
                  <a:pt x="139496" y="42895"/>
                  <a:pt x="139567" y="42966"/>
                </a:cubicBezTo>
                <a:lnTo>
                  <a:pt x="142270" y="45527"/>
                </a:lnTo>
                <a:lnTo>
                  <a:pt x="125233" y="45527"/>
                </a:lnTo>
                <a:cubicBezTo>
                  <a:pt x="118938" y="45527"/>
                  <a:pt x="113852" y="50613"/>
                  <a:pt x="113852" y="56908"/>
                </a:cubicBezTo>
                <a:cubicBezTo>
                  <a:pt x="113852" y="63204"/>
                  <a:pt x="118938" y="68290"/>
                  <a:pt x="125233" y="68290"/>
                </a:cubicBezTo>
                <a:lnTo>
                  <a:pt x="170760" y="68290"/>
                </a:lnTo>
                <a:cubicBezTo>
                  <a:pt x="177055" y="68290"/>
                  <a:pt x="182142" y="63204"/>
                  <a:pt x="182142" y="56908"/>
                </a:cubicBezTo>
                <a:lnTo>
                  <a:pt x="182142" y="11382"/>
                </a:lnTo>
                <a:cubicBezTo>
                  <a:pt x="182142" y="5086"/>
                  <a:pt x="177055" y="0"/>
                  <a:pt x="170760" y="0"/>
                </a:cubicBezTo>
                <a:cubicBezTo>
                  <a:pt x="164465" y="0"/>
                  <a:pt x="159378" y="5086"/>
                  <a:pt x="159378" y="11382"/>
                </a:cubicBezTo>
                <a:lnTo>
                  <a:pt x="159378" y="30375"/>
                </a:lnTo>
                <a:lnTo>
                  <a:pt x="155359" y="26569"/>
                </a:lnTo>
                <a:cubicBezTo>
                  <a:pt x="138891" y="10172"/>
                  <a:pt x="116128" y="0"/>
                  <a:pt x="91053" y="0"/>
                </a:cubicBezTo>
                <a:cubicBezTo>
                  <a:pt x="45171" y="0"/>
                  <a:pt x="7220" y="33931"/>
                  <a:pt x="925" y="78071"/>
                </a:cubicBezTo>
                <a:cubicBezTo>
                  <a:pt x="36" y="84295"/>
                  <a:pt x="4339" y="90057"/>
                  <a:pt x="10564" y="90946"/>
                </a:cubicBezTo>
                <a:cubicBezTo>
                  <a:pt x="16788" y="91836"/>
                  <a:pt x="22550" y="87496"/>
                  <a:pt x="23439" y="81308"/>
                </a:cubicBezTo>
                <a:close/>
                <a:moveTo>
                  <a:pt x="181181" y="104035"/>
                </a:moveTo>
                <a:cubicBezTo>
                  <a:pt x="182070" y="97811"/>
                  <a:pt x="177731" y="92049"/>
                  <a:pt x="171542" y="91160"/>
                </a:cubicBezTo>
                <a:cubicBezTo>
                  <a:pt x="165354" y="90271"/>
                  <a:pt x="159556" y="94610"/>
                  <a:pt x="158667" y="100799"/>
                </a:cubicBezTo>
                <a:cubicBezTo>
                  <a:pt x="153937" y="133876"/>
                  <a:pt x="125447" y="159307"/>
                  <a:pt x="91053" y="159307"/>
                </a:cubicBezTo>
                <a:cubicBezTo>
                  <a:pt x="72202" y="159307"/>
                  <a:pt x="55130" y="151660"/>
                  <a:pt x="42752" y="139318"/>
                </a:cubicBezTo>
                <a:cubicBezTo>
                  <a:pt x="42681" y="139247"/>
                  <a:pt x="42610" y="139176"/>
                  <a:pt x="42539" y="139105"/>
                </a:cubicBezTo>
                <a:lnTo>
                  <a:pt x="39836" y="136544"/>
                </a:lnTo>
                <a:lnTo>
                  <a:pt x="56873" y="136544"/>
                </a:lnTo>
                <a:cubicBezTo>
                  <a:pt x="63168" y="136544"/>
                  <a:pt x="68254" y="131458"/>
                  <a:pt x="68254" y="125162"/>
                </a:cubicBezTo>
                <a:cubicBezTo>
                  <a:pt x="68254" y="118867"/>
                  <a:pt x="63168" y="113781"/>
                  <a:pt x="56873" y="113781"/>
                </a:cubicBezTo>
                <a:lnTo>
                  <a:pt x="11382" y="113816"/>
                </a:lnTo>
                <a:cubicBezTo>
                  <a:pt x="8358" y="113816"/>
                  <a:pt x="5442" y="115026"/>
                  <a:pt x="3308" y="117195"/>
                </a:cubicBezTo>
                <a:cubicBezTo>
                  <a:pt x="1174" y="119365"/>
                  <a:pt x="-36" y="122246"/>
                  <a:pt x="0" y="125305"/>
                </a:cubicBezTo>
                <a:lnTo>
                  <a:pt x="356" y="170475"/>
                </a:lnTo>
                <a:cubicBezTo>
                  <a:pt x="391" y="176771"/>
                  <a:pt x="5549" y="181822"/>
                  <a:pt x="11844" y="181750"/>
                </a:cubicBezTo>
                <a:cubicBezTo>
                  <a:pt x="18139" y="181679"/>
                  <a:pt x="23190" y="176558"/>
                  <a:pt x="23119" y="170262"/>
                </a:cubicBezTo>
                <a:lnTo>
                  <a:pt x="22977" y="151945"/>
                </a:lnTo>
                <a:lnTo>
                  <a:pt x="26782" y="155537"/>
                </a:lnTo>
                <a:cubicBezTo>
                  <a:pt x="43250" y="171934"/>
                  <a:pt x="65978" y="182106"/>
                  <a:pt x="91053" y="182106"/>
                </a:cubicBezTo>
                <a:cubicBezTo>
                  <a:pt x="136935" y="182106"/>
                  <a:pt x="174886" y="148175"/>
                  <a:pt x="181181" y="104035"/>
                </a:cubicBezTo>
                <a:close/>
              </a:path>
            </a:pathLst>
          </a:custGeom>
          <a:solidFill>
            <a:srgbClr val="00BBA7"/>
          </a:solidFill>
          <a:ln/>
        </p:spPr>
      </p:sp>
      <p:sp>
        <p:nvSpPr>
          <p:cNvPr id="7" name="Text 5"/>
          <p:cNvSpPr/>
          <p:nvPr/>
        </p:nvSpPr>
        <p:spPr>
          <a:xfrm>
            <a:off x="782044" y="1683472"/>
            <a:ext cx="5126285" cy="254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4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Multi-stage Build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70599" y="2084105"/>
            <a:ext cx="5242631" cy="1211005"/>
          </a:xfrm>
          <a:custGeom>
            <a:avLst/>
            <a:gdLst/>
            <a:ahLst/>
            <a:cxnLst/>
            <a:rect l="l" t="t" r="r" b="b"/>
            <a:pathLst>
              <a:path w="5242631" h="1211005">
                <a:moveTo>
                  <a:pt x="32374" y="0"/>
                </a:moveTo>
                <a:lnTo>
                  <a:pt x="5096947" y="0"/>
                </a:lnTo>
                <a:cubicBezTo>
                  <a:pt x="5177406" y="0"/>
                  <a:pt x="5242631" y="65225"/>
                  <a:pt x="5242631" y="145684"/>
                </a:cubicBezTo>
                <a:lnTo>
                  <a:pt x="5242631" y="1065321"/>
                </a:lnTo>
                <a:cubicBezTo>
                  <a:pt x="5242631" y="1145780"/>
                  <a:pt x="5177406" y="1211005"/>
                  <a:pt x="5096947" y="1211005"/>
                </a:cubicBezTo>
                <a:lnTo>
                  <a:pt x="32374" y="1211005"/>
                </a:lnTo>
                <a:cubicBezTo>
                  <a:pt x="14495" y="1211005"/>
                  <a:pt x="0" y="1196511"/>
                  <a:pt x="0" y="1178631"/>
                </a:cubicBezTo>
                <a:lnTo>
                  <a:pt x="0" y="32374"/>
                </a:lnTo>
                <a:cubicBezTo>
                  <a:pt x="0" y="14507"/>
                  <a:pt x="14507" y="0"/>
                  <a:pt x="32374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70599" y="2084105"/>
            <a:ext cx="32374" cy="1211005"/>
          </a:xfrm>
          <a:custGeom>
            <a:avLst/>
            <a:gdLst/>
            <a:ahLst/>
            <a:cxnLst/>
            <a:rect l="l" t="t" r="r" b="b"/>
            <a:pathLst>
              <a:path w="32374" h="1211005">
                <a:moveTo>
                  <a:pt x="32374" y="0"/>
                </a:moveTo>
                <a:lnTo>
                  <a:pt x="32374" y="0"/>
                </a:lnTo>
                <a:lnTo>
                  <a:pt x="32374" y="1211005"/>
                </a:lnTo>
                <a:lnTo>
                  <a:pt x="32374" y="1211005"/>
                </a:lnTo>
                <a:cubicBezTo>
                  <a:pt x="14495" y="1211005"/>
                  <a:pt x="0" y="1196511"/>
                  <a:pt x="0" y="1178631"/>
                </a:cubicBezTo>
                <a:lnTo>
                  <a:pt x="0" y="32374"/>
                </a:lnTo>
                <a:cubicBezTo>
                  <a:pt x="0" y="14507"/>
                  <a:pt x="14507" y="0"/>
                  <a:pt x="32374" y="0"/>
                </a:cubicBezTo>
                <a:close/>
              </a:path>
            </a:pathLst>
          </a:custGeom>
          <a:solidFill>
            <a:srgbClr val="2B7FFF"/>
          </a:solidFill>
          <a:ln/>
        </p:spPr>
      </p:sp>
      <p:sp>
        <p:nvSpPr>
          <p:cNvPr id="10" name="Shape 8"/>
          <p:cNvSpPr/>
          <p:nvPr/>
        </p:nvSpPr>
        <p:spPr>
          <a:xfrm>
            <a:off x="732471" y="2229790"/>
            <a:ext cx="364212" cy="364212"/>
          </a:xfrm>
          <a:custGeom>
            <a:avLst/>
            <a:gdLst/>
            <a:ahLst/>
            <a:cxnLst/>
            <a:rect l="l" t="t" r="r" b="b"/>
            <a:pathLst>
              <a:path w="364212" h="364212">
                <a:moveTo>
                  <a:pt x="109264" y="0"/>
                </a:moveTo>
                <a:lnTo>
                  <a:pt x="254948" y="0"/>
                </a:lnTo>
                <a:cubicBezTo>
                  <a:pt x="315253" y="0"/>
                  <a:pt x="364212" y="48959"/>
                  <a:pt x="364212" y="109264"/>
                </a:cubicBezTo>
                <a:lnTo>
                  <a:pt x="364212" y="254948"/>
                </a:lnTo>
                <a:cubicBezTo>
                  <a:pt x="364212" y="315253"/>
                  <a:pt x="315253" y="364212"/>
                  <a:pt x="254948" y="364212"/>
                </a:cubicBezTo>
                <a:lnTo>
                  <a:pt x="109264" y="364212"/>
                </a:lnTo>
                <a:cubicBezTo>
                  <a:pt x="48959" y="364212"/>
                  <a:pt x="0" y="315253"/>
                  <a:pt x="0" y="254948"/>
                </a:cubicBezTo>
                <a:lnTo>
                  <a:pt x="0" y="109264"/>
                </a:lnTo>
                <a:cubicBezTo>
                  <a:pt x="0" y="48959"/>
                  <a:pt x="48959" y="0"/>
                  <a:pt x="109264" y="0"/>
                </a:cubicBezTo>
                <a:close/>
              </a:path>
            </a:pathLst>
          </a:custGeom>
          <a:solidFill>
            <a:srgbClr val="2B7FFF"/>
          </a:solidFill>
          <a:ln/>
        </p:spPr>
      </p:sp>
      <p:sp>
        <p:nvSpPr>
          <p:cNvPr id="11" name="Text 9"/>
          <p:cNvSpPr/>
          <p:nvPr/>
        </p:nvSpPr>
        <p:spPr>
          <a:xfrm>
            <a:off x="696050" y="2229790"/>
            <a:ext cx="437055" cy="364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05947" y="2284422"/>
            <a:ext cx="946951" cy="254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1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Build Stage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2471" y="2666844"/>
            <a:ext cx="5007916" cy="2276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7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Image: </a:t>
            </a:r>
            <a:r>
              <a:rPr lang="en-US" sz="1147" dirty="0">
                <a:solidFill>
                  <a:srgbClr val="4A5565"/>
                </a:solidFill>
                <a:highlight>
                  <a:srgbClr val="F3F4F6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dotnet/sdk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2471" y="2966306"/>
            <a:ext cx="4998811" cy="182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4" dirty="0">
                <a:solidFill>
                  <a:srgbClr val="6A72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 Restore → Build → Publish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101873" y="3403360"/>
            <a:ext cx="163895" cy="218527"/>
          </a:xfrm>
          <a:custGeom>
            <a:avLst/>
            <a:gdLst/>
            <a:ahLst/>
            <a:cxnLst/>
            <a:rect l="l" t="t" r="r" b="b"/>
            <a:pathLst>
              <a:path w="163895" h="218527">
                <a:moveTo>
                  <a:pt x="72302" y="214515"/>
                </a:moveTo>
                <a:cubicBezTo>
                  <a:pt x="77637" y="219850"/>
                  <a:pt x="86301" y="219850"/>
                  <a:pt x="91636" y="214515"/>
                </a:cubicBezTo>
                <a:lnTo>
                  <a:pt x="159926" y="146225"/>
                </a:lnTo>
                <a:cubicBezTo>
                  <a:pt x="165261" y="140890"/>
                  <a:pt x="165261" y="132226"/>
                  <a:pt x="159926" y="126891"/>
                </a:cubicBezTo>
                <a:cubicBezTo>
                  <a:pt x="154591" y="121556"/>
                  <a:pt x="145927" y="121556"/>
                  <a:pt x="140592" y="126891"/>
                </a:cubicBezTo>
                <a:lnTo>
                  <a:pt x="95606" y="171877"/>
                </a:lnTo>
                <a:lnTo>
                  <a:pt x="95606" y="13658"/>
                </a:lnTo>
                <a:cubicBezTo>
                  <a:pt x="95606" y="6103"/>
                  <a:pt x="89502" y="0"/>
                  <a:pt x="81948" y="0"/>
                </a:cubicBezTo>
                <a:cubicBezTo>
                  <a:pt x="74393" y="0"/>
                  <a:pt x="68290" y="6103"/>
                  <a:pt x="68290" y="13658"/>
                </a:cubicBezTo>
                <a:lnTo>
                  <a:pt x="68290" y="171877"/>
                </a:lnTo>
                <a:lnTo>
                  <a:pt x="23304" y="126891"/>
                </a:lnTo>
                <a:cubicBezTo>
                  <a:pt x="17969" y="121556"/>
                  <a:pt x="9304" y="121556"/>
                  <a:pt x="3969" y="126891"/>
                </a:cubicBezTo>
                <a:cubicBezTo>
                  <a:pt x="-1366" y="132226"/>
                  <a:pt x="-1366" y="140890"/>
                  <a:pt x="3969" y="146225"/>
                </a:cubicBezTo>
                <a:lnTo>
                  <a:pt x="72259" y="214515"/>
                </a:lnTo>
                <a:close/>
              </a:path>
            </a:pathLst>
          </a:custGeom>
          <a:solidFill>
            <a:srgbClr val="00BBA7"/>
          </a:solidFill>
          <a:ln/>
        </p:spPr>
      </p:sp>
      <p:sp>
        <p:nvSpPr>
          <p:cNvPr id="16" name="Shape 14"/>
          <p:cNvSpPr/>
          <p:nvPr/>
        </p:nvSpPr>
        <p:spPr>
          <a:xfrm>
            <a:off x="570599" y="3731151"/>
            <a:ext cx="5242631" cy="1211005"/>
          </a:xfrm>
          <a:custGeom>
            <a:avLst/>
            <a:gdLst/>
            <a:ahLst/>
            <a:cxnLst/>
            <a:rect l="l" t="t" r="r" b="b"/>
            <a:pathLst>
              <a:path w="5242631" h="1211005">
                <a:moveTo>
                  <a:pt x="32374" y="0"/>
                </a:moveTo>
                <a:lnTo>
                  <a:pt x="5096947" y="0"/>
                </a:lnTo>
                <a:cubicBezTo>
                  <a:pt x="5177406" y="0"/>
                  <a:pt x="5242631" y="65225"/>
                  <a:pt x="5242631" y="145684"/>
                </a:cubicBezTo>
                <a:lnTo>
                  <a:pt x="5242631" y="1065321"/>
                </a:lnTo>
                <a:cubicBezTo>
                  <a:pt x="5242631" y="1145780"/>
                  <a:pt x="5177406" y="1211005"/>
                  <a:pt x="5096947" y="1211005"/>
                </a:cubicBezTo>
                <a:lnTo>
                  <a:pt x="32374" y="1211005"/>
                </a:lnTo>
                <a:cubicBezTo>
                  <a:pt x="14495" y="1211005"/>
                  <a:pt x="0" y="1196511"/>
                  <a:pt x="0" y="1178631"/>
                </a:cubicBezTo>
                <a:lnTo>
                  <a:pt x="0" y="32374"/>
                </a:lnTo>
                <a:cubicBezTo>
                  <a:pt x="0" y="14507"/>
                  <a:pt x="14507" y="0"/>
                  <a:pt x="32374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70599" y="3731151"/>
            <a:ext cx="32374" cy="1211005"/>
          </a:xfrm>
          <a:custGeom>
            <a:avLst/>
            <a:gdLst/>
            <a:ahLst/>
            <a:cxnLst/>
            <a:rect l="l" t="t" r="r" b="b"/>
            <a:pathLst>
              <a:path w="32374" h="1211005">
                <a:moveTo>
                  <a:pt x="32374" y="0"/>
                </a:moveTo>
                <a:lnTo>
                  <a:pt x="32374" y="0"/>
                </a:lnTo>
                <a:lnTo>
                  <a:pt x="32374" y="1211005"/>
                </a:lnTo>
                <a:lnTo>
                  <a:pt x="32374" y="1211005"/>
                </a:lnTo>
                <a:cubicBezTo>
                  <a:pt x="14495" y="1211005"/>
                  <a:pt x="0" y="1196511"/>
                  <a:pt x="0" y="1178631"/>
                </a:cubicBezTo>
                <a:lnTo>
                  <a:pt x="0" y="32374"/>
                </a:lnTo>
                <a:cubicBezTo>
                  <a:pt x="0" y="14507"/>
                  <a:pt x="14507" y="0"/>
                  <a:pt x="32374" y="0"/>
                </a:cubicBezTo>
                <a:close/>
              </a:path>
            </a:pathLst>
          </a:custGeom>
          <a:solidFill>
            <a:srgbClr val="00BBA7"/>
          </a:solidFill>
          <a:ln/>
        </p:spPr>
      </p:sp>
      <p:sp>
        <p:nvSpPr>
          <p:cNvPr id="18" name="Shape 16"/>
          <p:cNvSpPr/>
          <p:nvPr/>
        </p:nvSpPr>
        <p:spPr>
          <a:xfrm>
            <a:off x="732471" y="3876836"/>
            <a:ext cx="364212" cy="364212"/>
          </a:xfrm>
          <a:custGeom>
            <a:avLst/>
            <a:gdLst/>
            <a:ahLst/>
            <a:cxnLst/>
            <a:rect l="l" t="t" r="r" b="b"/>
            <a:pathLst>
              <a:path w="364212" h="364212">
                <a:moveTo>
                  <a:pt x="109264" y="0"/>
                </a:moveTo>
                <a:lnTo>
                  <a:pt x="254948" y="0"/>
                </a:lnTo>
                <a:cubicBezTo>
                  <a:pt x="315253" y="0"/>
                  <a:pt x="364212" y="48959"/>
                  <a:pt x="364212" y="109264"/>
                </a:cubicBezTo>
                <a:lnTo>
                  <a:pt x="364212" y="254948"/>
                </a:lnTo>
                <a:cubicBezTo>
                  <a:pt x="364212" y="315253"/>
                  <a:pt x="315253" y="364212"/>
                  <a:pt x="254948" y="364212"/>
                </a:cubicBezTo>
                <a:lnTo>
                  <a:pt x="109264" y="364212"/>
                </a:lnTo>
                <a:cubicBezTo>
                  <a:pt x="48959" y="364212"/>
                  <a:pt x="0" y="315253"/>
                  <a:pt x="0" y="254948"/>
                </a:cubicBezTo>
                <a:lnTo>
                  <a:pt x="0" y="109264"/>
                </a:lnTo>
                <a:cubicBezTo>
                  <a:pt x="0" y="48959"/>
                  <a:pt x="48959" y="0"/>
                  <a:pt x="109264" y="0"/>
                </a:cubicBezTo>
                <a:close/>
              </a:path>
            </a:pathLst>
          </a:custGeom>
          <a:solidFill>
            <a:srgbClr val="00BBA7"/>
          </a:solidFill>
          <a:ln/>
        </p:spPr>
      </p:sp>
      <p:sp>
        <p:nvSpPr>
          <p:cNvPr id="19" name="Text 17"/>
          <p:cNvSpPr/>
          <p:nvPr/>
        </p:nvSpPr>
        <p:spPr>
          <a:xfrm>
            <a:off x="696050" y="3876836"/>
            <a:ext cx="437055" cy="364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05947" y="3931468"/>
            <a:ext cx="1183689" cy="254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1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Runtime Stage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2471" y="4313890"/>
            <a:ext cx="5007916" cy="2276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7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Image: </a:t>
            </a:r>
            <a:r>
              <a:rPr lang="en-US" sz="1147" dirty="0">
                <a:solidFill>
                  <a:srgbClr val="4A5565"/>
                </a:solidFill>
                <a:highlight>
                  <a:srgbClr val="F3F4F6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dotnet/aspnet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2471" y="4613352"/>
            <a:ext cx="4998811" cy="182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4" dirty="0">
                <a:solidFill>
                  <a:srgbClr val="6A72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 Copy artifacts → Run app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89582" y="1497316"/>
            <a:ext cx="5635171" cy="2156945"/>
          </a:xfrm>
          <a:custGeom>
            <a:avLst/>
            <a:gdLst/>
            <a:ahLst/>
            <a:cxnLst/>
            <a:rect l="l" t="t" r="r" b="b"/>
            <a:pathLst>
              <a:path w="5635171" h="2156945">
                <a:moveTo>
                  <a:pt x="218520" y="0"/>
                </a:moveTo>
                <a:lnTo>
                  <a:pt x="5416650" y="0"/>
                </a:lnTo>
                <a:cubicBezTo>
                  <a:pt x="5537336" y="0"/>
                  <a:pt x="5635171" y="97835"/>
                  <a:pt x="5635171" y="218520"/>
                </a:cubicBezTo>
                <a:lnTo>
                  <a:pt x="5635171" y="1938425"/>
                </a:lnTo>
                <a:cubicBezTo>
                  <a:pt x="5635171" y="2059110"/>
                  <a:pt x="5537336" y="2156945"/>
                  <a:pt x="5416650" y="2156945"/>
                </a:cubicBezTo>
                <a:lnTo>
                  <a:pt x="218520" y="2156945"/>
                </a:lnTo>
                <a:cubicBezTo>
                  <a:pt x="97835" y="2156945"/>
                  <a:pt x="0" y="2059110"/>
                  <a:pt x="0" y="1938425"/>
                </a:cubicBezTo>
                <a:lnTo>
                  <a:pt x="0" y="218520"/>
                </a:lnTo>
                <a:cubicBezTo>
                  <a:pt x="0" y="97835"/>
                  <a:pt x="97835" y="0"/>
                  <a:pt x="218520" y="0"/>
                </a:cubicBezTo>
                <a:close/>
              </a:path>
            </a:pathLst>
          </a:custGeom>
          <a:solidFill>
            <a:srgbClr val="FFFFFF"/>
          </a:solidFill>
          <a:ln w="11289">
            <a:solidFill>
              <a:srgbClr val="E5E7EB"/>
            </a:solidFill>
            <a:prstDash val="solid"/>
          </a:ln>
          <a:effectLst>
            <a:outerShdw blurRad="218527" dist="36421" dir="5400000" algn="bl" rotWithShape="0">
              <a:srgbClr val="000000">
                <a:alpha val="7843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98498" y="1728998"/>
            <a:ext cx="163895" cy="163895"/>
          </a:xfrm>
          <a:custGeom>
            <a:avLst/>
            <a:gdLst/>
            <a:ahLst/>
            <a:cxnLst/>
            <a:rect l="l" t="t" r="r" b="b"/>
            <a:pathLst>
              <a:path w="163895" h="163895">
                <a:moveTo>
                  <a:pt x="143409" y="81948"/>
                </a:moveTo>
                <a:cubicBezTo>
                  <a:pt x="143409" y="48027"/>
                  <a:pt x="115869" y="20487"/>
                  <a:pt x="81948" y="20487"/>
                </a:cubicBezTo>
                <a:cubicBezTo>
                  <a:pt x="48027" y="20487"/>
                  <a:pt x="20487" y="48027"/>
                  <a:pt x="20487" y="81948"/>
                </a:cubicBezTo>
                <a:cubicBezTo>
                  <a:pt x="20487" y="115869"/>
                  <a:pt x="48027" y="143409"/>
                  <a:pt x="81948" y="143409"/>
                </a:cubicBezTo>
                <a:cubicBezTo>
                  <a:pt x="115869" y="143409"/>
                  <a:pt x="143409" y="115869"/>
                  <a:pt x="143409" y="81948"/>
                </a:cubicBezTo>
                <a:close/>
                <a:moveTo>
                  <a:pt x="0" y="81948"/>
                </a:moveTo>
                <a:cubicBezTo>
                  <a:pt x="0" y="36720"/>
                  <a:pt x="36720" y="0"/>
                  <a:pt x="81948" y="0"/>
                </a:cubicBezTo>
                <a:cubicBezTo>
                  <a:pt x="127176" y="0"/>
                  <a:pt x="163895" y="36720"/>
                  <a:pt x="163895" y="81948"/>
                </a:cubicBezTo>
                <a:cubicBezTo>
                  <a:pt x="163895" y="127176"/>
                  <a:pt x="127176" y="163895"/>
                  <a:pt x="81948" y="163895"/>
                </a:cubicBezTo>
                <a:cubicBezTo>
                  <a:pt x="36720" y="163895"/>
                  <a:pt x="0" y="127176"/>
                  <a:pt x="0" y="81948"/>
                </a:cubicBezTo>
                <a:close/>
                <a:moveTo>
                  <a:pt x="81948" y="107556"/>
                </a:moveTo>
                <a:cubicBezTo>
                  <a:pt x="96082" y="107556"/>
                  <a:pt x="107556" y="96082"/>
                  <a:pt x="107556" y="81948"/>
                </a:cubicBezTo>
                <a:cubicBezTo>
                  <a:pt x="107556" y="67814"/>
                  <a:pt x="96082" y="56339"/>
                  <a:pt x="81948" y="56339"/>
                </a:cubicBezTo>
                <a:cubicBezTo>
                  <a:pt x="67814" y="56339"/>
                  <a:pt x="56339" y="67814"/>
                  <a:pt x="56339" y="81948"/>
                </a:cubicBezTo>
                <a:cubicBezTo>
                  <a:pt x="56339" y="96082"/>
                  <a:pt x="67814" y="107556"/>
                  <a:pt x="81948" y="107556"/>
                </a:cubicBezTo>
                <a:close/>
                <a:moveTo>
                  <a:pt x="81948" y="35852"/>
                </a:moveTo>
                <a:cubicBezTo>
                  <a:pt x="107389" y="35852"/>
                  <a:pt x="128043" y="56507"/>
                  <a:pt x="128043" y="81948"/>
                </a:cubicBezTo>
                <a:cubicBezTo>
                  <a:pt x="128043" y="107389"/>
                  <a:pt x="107389" y="128043"/>
                  <a:pt x="81948" y="128043"/>
                </a:cubicBezTo>
                <a:cubicBezTo>
                  <a:pt x="56507" y="128043"/>
                  <a:pt x="35852" y="107389"/>
                  <a:pt x="35852" y="81948"/>
                </a:cubicBezTo>
                <a:cubicBezTo>
                  <a:pt x="35852" y="56507"/>
                  <a:pt x="56507" y="35852"/>
                  <a:pt x="81948" y="35852"/>
                </a:cubicBezTo>
                <a:close/>
                <a:moveTo>
                  <a:pt x="71704" y="81948"/>
                </a:moveTo>
                <a:cubicBezTo>
                  <a:pt x="71704" y="76294"/>
                  <a:pt x="76294" y="71704"/>
                  <a:pt x="81948" y="71704"/>
                </a:cubicBezTo>
                <a:cubicBezTo>
                  <a:pt x="87601" y="71704"/>
                  <a:pt x="92191" y="76294"/>
                  <a:pt x="92191" y="81948"/>
                </a:cubicBezTo>
                <a:cubicBezTo>
                  <a:pt x="92191" y="87601"/>
                  <a:pt x="87601" y="92191"/>
                  <a:pt x="81948" y="92191"/>
                </a:cubicBezTo>
                <a:cubicBezTo>
                  <a:pt x="76294" y="92191"/>
                  <a:pt x="71704" y="87601"/>
                  <a:pt x="71704" y="81948"/>
                </a:cubicBezTo>
                <a:close/>
              </a:path>
            </a:pathLst>
          </a:custGeom>
          <a:solidFill>
            <a:srgbClr val="00BBA7"/>
          </a:solidFill>
          <a:ln/>
        </p:spPr>
      </p:sp>
      <p:sp>
        <p:nvSpPr>
          <p:cNvPr id="25" name="Text 23"/>
          <p:cNvSpPr/>
          <p:nvPr/>
        </p:nvSpPr>
        <p:spPr>
          <a:xfrm>
            <a:off x="6585157" y="1683472"/>
            <a:ext cx="5135391" cy="254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1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Mục tiêu Containerization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75735" y="2047684"/>
            <a:ext cx="5262865" cy="655582"/>
          </a:xfrm>
          <a:custGeom>
            <a:avLst/>
            <a:gdLst/>
            <a:ahLst/>
            <a:cxnLst/>
            <a:rect l="l" t="t" r="r" b="b"/>
            <a:pathLst>
              <a:path w="5262865" h="655582">
                <a:moveTo>
                  <a:pt x="109266" y="0"/>
                </a:moveTo>
                <a:lnTo>
                  <a:pt x="5153599" y="0"/>
                </a:lnTo>
                <a:cubicBezTo>
                  <a:pt x="5213945" y="0"/>
                  <a:pt x="5262865" y="48920"/>
                  <a:pt x="5262865" y="109266"/>
                </a:cubicBezTo>
                <a:lnTo>
                  <a:pt x="5262865" y="546316"/>
                </a:lnTo>
                <a:cubicBezTo>
                  <a:pt x="5262865" y="606662"/>
                  <a:pt x="5213945" y="655582"/>
                  <a:pt x="5153599" y="655582"/>
                </a:cubicBezTo>
                <a:lnTo>
                  <a:pt x="109266" y="655582"/>
                </a:lnTo>
                <a:cubicBezTo>
                  <a:pt x="48920" y="655582"/>
                  <a:pt x="0" y="606662"/>
                  <a:pt x="0" y="546316"/>
                </a:cubicBezTo>
                <a:lnTo>
                  <a:pt x="0" y="109266"/>
                </a:lnTo>
                <a:cubicBezTo>
                  <a:pt x="0" y="48920"/>
                  <a:pt x="48920" y="0"/>
                  <a:pt x="109266" y="0"/>
                </a:cubicBezTo>
                <a:close/>
              </a:path>
            </a:pathLst>
          </a:custGeom>
          <a:solidFill>
            <a:srgbClr val="F0FDFA"/>
          </a:solidFill>
          <a:ln/>
        </p:spPr>
      </p:sp>
      <p:sp>
        <p:nvSpPr>
          <p:cNvPr id="27" name="Shape 25"/>
          <p:cNvSpPr/>
          <p:nvPr/>
        </p:nvSpPr>
        <p:spPr>
          <a:xfrm>
            <a:off x="6512315" y="2193369"/>
            <a:ext cx="127474" cy="145685"/>
          </a:xfrm>
          <a:custGeom>
            <a:avLst/>
            <a:gdLst/>
            <a:ahLst/>
            <a:cxnLst/>
            <a:rect l="l" t="t" r="r" b="b"/>
            <a:pathLst>
              <a:path w="127474" h="145685">
                <a:moveTo>
                  <a:pt x="105109" y="36421"/>
                </a:moveTo>
                <a:lnTo>
                  <a:pt x="95350" y="22763"/>
                </a:lnTo>
                <a:lnTo>
                  <a:pt x="32153" y="22763"/>
                </a:lnTo>
                <a:lnTo>
                  <a:pt x="22393" y="36421"/>
                </a:lnTo>
                <a:lnTo>
                  <a:pt x="105109" y="36421"/>
                </a:lnTo>
                <a:close/>
                <a:moveTo>
                  <a:pt x="0" y="42254"/>
                </a:moveTo>
                <a:cubicBezTo>
                  <a:pt x="0" y="38470"/>
                  <a:pt x="1195" y="34771"/>
                  <a:pt x="3386" y="31669"/>
                </a:cubicBezTo>
                <a:lnTo>
                  <a:pt x="17329" y="12178"/>
                </a:lnTo>
                <a:cubicBezTo>
                  <a:pt x="20743" y="7398"/>
                  <a:pt x="26263" y="4553"/>
                  <a:pt x="32125" y="4553"/>
                </a:cubicBezTo>
                <a:lnTo>
                  <a:pt x="95321" y="4553"/>
                </a:lnTo>
                <a:cubicBezTo>
                  <a:pt x="101211" y="4553"/>
                  <a:pt x="106731" y="7398"/>
                  <a:pt x="110146" y="12178"/>
                </a:cubicBezTo>
                <a:lnTo>
                  <a:pt x="124060" y="31669"/>
                </a:lnTo>
                <a:cubicBezTo>
                  <a:pt x="126279" y="34771"/>
                  <a:pt x="127446" y="38470"/>
                  <a:pt x="127446" y="42254"/>
                </a:cubicBezTo>
                <a:lnTo>
                  <a:pt x="127474" y="118369"/>
                </a:lnTo>
                <a:cubicBezTo>
                  <a:pt x="127474" y="128413"/>
                  <a:pt x="119308" y="136580"/>
                  <a:pt x="109264" y="136580"/>
                </a:cubicBezTo>
                <a:lnTo>
                  <a:pt x="18211" y="136580"/>
                </a:lnTo>
                <a:cubicBezTo>
                  <a:pt x="8166" y="136580"/>
                  <a:pt x="0" y="128413"/>
                  <a:pt x="0" y="118369"/>
                </a:cubicBezTo>
                <a:lnTo>
                  <a:pt x="0" y="42254"/>
                </a:lnTo>
                <a:close/>
              </a:path>
            </a:pathLst>
          </a:custGeom>
          <a:solidFill>
            <a:srgbClr val="00BBA7"/>
          </a:solidFill>
          <a:ln/>
        </p:spPr>
      </p:sp>
      <p:sp>
        <p:nvSpPr>
          <p:cNvPr id="28" name="Text 26"/>
          <p:cNvSpPr/>
          <p:nvPr/>
        </p:nvSpPr>
        <p:spPr>
          <a:xfrm>
            <a:off x="6776368" y="2156947"/>
            <a:ext cx="1183689" cy="218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7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Isolation (Cô lập)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84999" y="2411896"/>
            <a:ext cx="5108075" cy="182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4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Ứng dụng + thư viện + runtime trong một đơn vị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75735" y="2812529"/>
            <a:ext cx="5262865" cy="655582"/>
          </a:xfrm>
          <a:custGeom>
            <a:avLst/>
            <a:gdLst/>
            <a:ahLst/>
            <a:cxnLst/>
            <a:rect l="l" t="t" r="r" b="b"/>
            <a:pathLst>
              <a:path w="5262865" h="655582">
                <a:moveTo>
                  <a:pt x="109266" y="0"/>
                </a:moveTo>
                <a:lnTo>
                  <a:pt x="5153599" y="0"/>
                </a:lnTo>
                <a:cubicBezTo>
                  <a:pt x="5213945" y="0"/>
                  <a:pt x="5262865" y="48920"/>
                  <a:pt x="5262865" y="109266"/>
                </a:cubicBezTo>
                <a:lnTo>
                  <a:pt x="5262865" y="546316"/>
                </a:lnTo>
                <a:cubicBezTo>
                  <a:pt x="5262865" y="606662"/>
                  <a:pt x="5213945" y="655582"/>
                  <a:pt x="5153599" y="655582"/>
                </a:cubicBezTo>
                <a:lnTo>
                  <a:pt x="109266" y="655582"/>
                </a:lnTo>
                <a:cubicBezTo>
                  <a:pt x="48920" y="655582"/>
                  <a:pt x="0" y="606662"/>
                  <a:pt x="0" y="546316"/>
                </a:cubicBezTo>
                <a:lnTo>
                  <a:pt x="0" y="109266"/>
                </a:lnTo>
                <a:cubicBezTo>
                  <a:pt x="0" y="48920"/>
                  <a:pt x="48920" y="0"/>
                  <a:pt x="109266" y="0"/>
                </a:cubicBezTo>
                <a:close/>
              </a:path>
            </a:pathLst>
          </a:custGeom>
          <a:solidFill>
            <a:srgbClr val="ECFEFF"/>
          </a:solidFill>
          <a:ln/>
        </p:spPr>
      </p:sp>
      <p:sp>
        <p:nvSpPr>
          <p:cNvPr id="31" name="Shape 29"/>
          <p:cNvSpPr/>
          <p:nvPr/>
        </p:nvSpPr>
        <p:spPr>
          <a:xfrm>
            <a:off x="6484999" y="2958214"/>
            <a:ext cx="182106" cy="145685"/>
          </a:xfrm>
          <a:custGeom>
            <a:avLst/>
            <a:gdLst/>
            <a:ahLst/>
            <a:cxnLst/>
            <a:rect l="l" t="t" r="r" b="b"/>
            <a:pathLst>
              <a:path w="182106" h="145685">
                <a:moveTo>
                  <a:pt x="18211" y="27316"/>
                </a:moveTo>
                <a:cubicBezTo>
                  <a:pt x="18211" y="17272"/>
                  <a:pt x="26377" y="9105"/>
                  <a:pt x="36421" y="9105"/>
                </a:cubicBezTo>
                <a:lnTo>
                  <a:pt x="118369" y="9105"/>
                </a:lnTo>
                <a:cubicBezTo>
                  <a:pt x="128413" y="9105"/>
                  <a:pt x="136580" y="17272"/>
                  <a:pt x="136580" y="27316"/>
                </a:cubicBezTo>
                <a:lnTo>
                  <a:pt x="136580" y="36421"/>
                </a:lnTo>
                <a:lnTo>
                  <a:pt x="151006" y="36421"/>
                </a:lnTo>
                <a:cubicBezTo>
                  <a:pt x="155843" y="36421"/>
                  <a:pt x="160481" y="38328"/>
                  <a:pt x="163895" y="41742"/>
                </a:cubicBezTo>
                <a:lnTo>
                  <a:pt x="176785" y="54632"/>
                </a:lnTo>
                <a:cubicBezTo>
                  <a:pt x="180200" y="58046"/>
                  <a:pt x="182106" y="62684"/>
                  <a:pt x="182106" y="67522"/>
                </a:cubicBezTo>
                <a:lnTo>
                  <a:pt x="182106" y="109264"/>
                </a:lnTo>
                <a:cubicBezTo>
                  <a:pt x="182106" y="119308"/>
                  <a:pt x="173940" y="127474"/>
                  <a:pt x="163895" y="127474"/>
                </a:cubicBezTo>
                <a:lnTo>
                  <a:pt x="162956" y="127474"/>
                </a:lnTo>
                <a:cubicBezTo>
                  <a:pt x="159997" y="137974"/>
                  <a:pt x="150323" y="145685"/>
                  <a:pt x="138856" y="145685"/>
                </a:cubicBezTo>
                <a:cubicBezTo>
                  <a:pt x="127389" y="145685"/>
                  <a:pt x="117743" y="137974"/>
                  <a:pt x="114755" y="127474"/>
                </a:cubicBezTo>
                <a:lnTo>
                  <a:pt x="85561" y="127474"/>
                </a:lnTo>
                <a:cubicBezTo>
                  <a:pt x="82602" y="137974"/>
                  <a:pt x="72928" y="145685"/>
                  <a:pt x="61461" y="145685"/>
                </a:cubicBezTo>
                <a:cubicBezTo>
                  <a:pt x="49994" y="145685"/>
                  <a:pt x="40348" y="137974"/>
                  <a:pt x="37360" y="127474"/>
                </a:cubicBezTo>
                <a:lnTo>
                  <a:pt x="36421" y="127474"/>
                </a:lnTo>
                <a:cubicBezTo>
                  <a:pt x="26377" y="127474"/>
                  <a:pt x="18211" y="119308"/>
                  <a:pt x="18211" y="109264"/>
                </a:cubicBezTo>
                <a:lnTo>
                  <a:pt x="18211" y="95606"/>
                </a:lnTo>
                <a:lnTo>
                  <a:pt x="6829" y="95606"/>
                </a:lnTo>
                <a:cubicBezTo>
                  <a:pt x="3045" y="95606"/>
                  <a:pt x="0" y="92561"/>
                  <a:pt x="0" y="88777"/>
                </a:cubicBezTo>
                <a:cubicBezTo>
                  <a:pt x="0" y="84992"/>
                  <a:pt x="3045" y="81948"/>
                  <a:pt x="6829" y="81948"/>
                </a:cubicBezTo>
                <a:lnTo>
                  <a:pt x="38698" y="81948"/>
                </a:lnTo>
                <a:cubicBezTo>
                  <a:pt x="42482" y="81948"/>
                  <a:pt x="45527" y="78903"/>
                  <a:pt x="45527" y="75119"/>
                </a:cubicBezTo>
                <a:cubicBezTo>
                  <a:pt x="45527" y="71334"/>
                  <a:pt x="42482" y="68290"/>
                  <a:pt x="38698" y="68290"/>
                </a:cubicBezTo>
                <a:lnTo>
                  <a:pt x="6829" y="68290"/>
                </a:lnTo>
                <a:cubicBezTo>
                  <a:pt x="3045" y="68290"/>
                  <a:pt x="0" y="65245"/>
                  <a:pt x="0" y="61461"/>
                </a:cubicBezTo>
                <a:cubicBezTo>
                  <a:pt x="0" y="57676"/>
                  <a:pt x="3045" y="54632"/>
                  <a:pt x="6829" y="54632"/>
                </a:cubicBezTo>
                <a:lnTo>
                  <a:pt x="56908" y="54632"/>
                </a:lnTo>
                <a:cubicBezTo>
                  <a:pt x="60693" y="54632"/>
                  <a:pt x="63737" y="51587"/>
                  <a:pt x="63737" y="47803"/>
                </a:cubicBezTo>
                <a:cubicBezTo>
                  <a:pt x="63737" y="44018"/>
                  <a:pt x="60693" y="40974"/>
                  <a:pt x="56908" y="40974"/>
                </a:cubicBezTo>
                <a:lnTo>
                  <a:pt x="6829" y="40974"/>
                </a:lnTo>
                <a:cubicBezTo>
                  <a:pt x="3045" y="40974"/>
                  <a:pt x="0" y="37929"/>
                  <a:pt x="0" y="34145"/>
                </a:cubicBezTo>
                <a:cubicBezTo>
                  <a:pt x="0" y="30360"/>
                  <a:pt x="3045" y="27316"/>
                  <a:pt x="6829" y="27316"/>
                </a:cubicBezTo>
                <a:lnTo>
                  <a:pt x="18211" y="27316"/>
                </a:lnTo>
                <a:close/>
                <a:moveTo>
                  <a:pt x="163895" y="81948"/>
                </a:moveTo>
                <a:lnTo>
                  <a:pt x="163895" y="67522"/>
                </a:lnTo>
                <a:lnTo>
                  <a:pt x="151006" y="54632"/>
                </a:lnTo>
                <a:lnTo>
                  <a:pt x="136580" y="54632"/>
                </a:lnTo>
                <a:lnTo>
                  <a:pt x="136580" y="81948"/>
                </a:lnTo>
                <a:lnTo>
                  <a:pt x="163895" y="81948"/>
                </a:lnTo>
                <a:close/>
                <a:moveTo>
                  <a:pt x="72842" y="120645"/>
                </a:moveTo>
                <a:cubicBezTo>
                  <a:pt x="72842" y="114364"/>
                  <a:pt x="67742" y="109264"/>
                  <a:pt x="61461" y="109264"/>
                </a:cubicBezTo>
                <a:cubicBezTo>
                  <a:pt x="55179" y="109264"/>
                  <a:pt x="50079" y="114364"/>
                  <a:pt x="50079" y="120645"/>
                </a:cubicBezTo>
                <a:cubicBezTo>
                  <a:pt x="50079" y="126927"/>
                  <a:pt x="55179" y="132027"/>
                  <a:pt x="61461" y="132027"/>
                </a:cubicBezTo>
                <a:cubicBezTo>
                  <a:pt x="67742" y="132027"/>
                  <a:pt x="72842" y="126927"/>
                  <a:pt x="72842" y="120645"/>
                </a:cubicBezTo>
                <a:close/>
                <a:moveTo>
                  <a:pt x="138856" y="132027"/>
                </a:moveTo>
                <a:cubicBezTo>
                  <a:pt x="145138" y="132027"/>
                  <a:pt x="150237" y="126927"/>
                  <a:pt x="150237" y="120645"/>
                </a:cubicBezTo>
                <a:cubicBezTo>
                  <a:pt x="150237" y="114364"/>
                  <a:pt x="145138" y="109264"/>
                  <a:pt x="138856" y="109264"/>
                </a:cubicBezTo>
                <a:cubicBezTo>
                  <a:pt x="132574" y="109264"/>
                  <a:pt x="127474" y="114364"/>
                  <a:pt x="127474" y="120645"/>
                </a:cubicBezTo>
                <a:cubicBezTo>
                  <a:pt x="127474" y="126927"/>
                  <a:pt x="132574" y="132027"/>
                  <a:pt x="138856" y="132027"/>
                </a:cubicBezTo>
                <a:close/>
              </a:path>
            </a:pathLst>
          </a:custGeom>
          <a:solidFill>
            <a:srgbClr val="00B8DB"/>
          </a:solidFill>
          <a:ln/>
        </p:spPr>
      </p:sp>
      <p:sp>
        <p:nvSpPr>
          <p:cNvPr id="32" name="Text 30"/>
          <p:cNvSpPr/>
          <p:nvPr/>
        </p:nvSpPr>
        <p:spPr>
          <a:xfrm>
            <a:off x="6776368" y="2921793"/>
            <a:ext cx="1711797" cy="218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7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Portability (Tính di động)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84999" y="3176741"/>
            <a:ext cx="5108075" cy="182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4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Chạy nhất quán trên mọi môi trường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89582" y="3808040"/>
            <a:ext cx="5635171" cy="1537784"/>
          </a:xfrm>
          <a:custGeom>
            <a:avLst/>
            <a:gdLst/>
            <a:ahLst/>
            <a:cxnLst/>
            <a:rect l="l" t="t" r="r" b="b"/>
            <a:pathLst>
              <a:path w="5635171" h="1537784">
                <a:moveTo>
                  <a:pt x="218535" y="0"/>
                </a:moveTo>
                <a:lnTo>
                  <a:pt x="5416636" y="0"/>
                </a:lnTo>
                <a:cubicBezTo>
                  <a:pt x="5537329" y="0"/>
                  <a:pt x="5635171" y="97841"/>
                  <a:pt x="5635171" y="218535"/>
                </a:cubicBezTo>
                <a:lnTo>
                  <a:pt x="5635171" y="1319250"/>
                </a:lnTo>
                <a:cubicBezTo>
                  <a:pt x="5635171" y="1439943"/>
                  <a:pt x="5537329" y="1537784"/>
                  <a:pt x="5416636" y="1537784"/>
                </a:cubicBezTo>
                <a:lnTo>
                  <a:pt x="218535" y="1537784"/>
                </a:lnTo>
                <a:cubicBezTo>
                  <a:pt x="97841" y="1537784"/>
                  <a:pt x="0" y="1439943"/>
                  <a:pt x="0" y="1319250"/>
                </a:cubicBezTo>
                <a:lnTo>
                  <a:pt x="0" y="218535"/>
                </a:lnTo>
                <a:cubicBezTo>
                  <a:pt x="0" y="97841"/>
                  <a:pt x="97841" y="0"/>
                  <a:pt x="218535" y="0"/>
                </a:cubicBezTo>
                <a:close/>
              </a:path>
            </a:pathLst>
          </a:custGeom>
          <a:gradFill flip="none" rotWithShape="1">
            <a:gsLst>
              <a:gs pos="0">
                <a:srgbClr val="F0FDF4"/>
              </a:gs>
              <a:gs pos="100000">
                <a:srgbClr val="ECFDF5"/>
              </a:gs>
            </a:gsLst>
            <a:lin ang="2700000" scaled="1"/>
          </a:gradFill>
          <a:ln w="11289">
            <a:solidFill>
              <a:srgbClr val="DCFCE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88255" y="4039718"/>
            <a:ext cx="184382" cy="163895"/>
          </a:xfrm>
          <a:custGeom>
            <a:avLst/>
            <a:gdLst/>
            <a:ahLst/>
            <a:cxnLst/>
            <a:rect l="l" t="t" r="r" b="b"/>
            <a:pathLst>
              <a:path w="184382" h="163895">
                <a:moveTo>
                  <a:pt x="79387" y="28170"/>
                </a:moveTo>
                <a:lnTo>
                  <a:pt x="104996" y="28170"/>
                </a:lnTo>
                <a:lnTo>
                  <a:pt x="104996" y="43535"/>
                </a:lnTo>
                <a:lnTo>
                  <a:pt x="79387" y="43535"/>
                </a:lnTo>
                <a:lnTo>
                  <a:pt x="79387" y="28170"/>
                </a:lnTo>
                <a:close/>
                <a:moveTo>
                  <a:pt x="76826" y="10243"/>
                </a:moveTo>
                <a:cubicBezTo>
                  <a:pt x="68343" y="10243"/>
                  <a:pt x="61461" y="17126"/>
                  <a:pt x="61461" y="25609"/>
                </a:cubicBezTo>
                <a:lnTo>
                  <a:pt x="61461" y="46096"/>
                </a:lnTo>
                <a:cubicBezTo>
                  <a:pt x="61461" y="54578"/>
                  <a:pt x="68343" y="61461"/>
                  <a:pt x="76826" y="61461"/>
                </a:cubicBezTo>
                <a:lnTo>
                  <a:pt x="81948" y="61461"/>
                </a:lnTo>
                <a:lnTo>
                  <a:pt x="81948" y="71704"/>
                </a:lnTo>
                <a:lnTo>
                  <a:pt x="10243" y="71704"/>
                </a:lnTo>
                <a:cubicBezTo>
                  <a:pt x="4578" y="71704"/>
                  <a:pt x="0" y="76282"/>
                  <a:pt x="0" y="81948"/>
                </a:cubicBezTo>
                <a:cubicBezTo>
                  <a:pt x="0" y="87614"/>
                  <a:pt x="4578" y="92191"/>
                  <a:pt x="10243" y="92191"/>
                </a:cubicBezTo>
                <a:lnTo>
                  <a:pt x="40974" y="92191"/>
                </a:lnTo>
                <a:lnTo>
                  <a:pt x="40974" y="102435"/>
                </a:lnTo>
                <a:lnTo>
                  <a:pt x="35852" y="102435"/>
                </a:lnTo>
                <a:cubicBezTo>
                  <a:pt x="27369" y="102435"/>
                  <a:pt x="20487" y="109317"/>
                  <a:pt x="20487" y="117800"/>
                </a:cubicBezTo>
                <a:lnTo>
                  <a:pt x="20487" y="138287"/>
                </a:lnTo>
                <a:cubicBezTo>
                  <a:pt x="20487" y="146770"/>
                  <a:pt x="27369" y="153652"/>
                  <a:pt x="35852" y="153652"/>
                </a:cubicBezTo>
                <a:lnTo>
                  <a:pt x="66583" y="153652"/>
                </a:lnTo>
                <a:cubicBezTo>
                  <a:pt x="75065" y="153652"/>
                  <a:pt x="81948" y="146770"/>
                  <a:pt x="81948" y="138287"/>
                </a:cubicBezTo>
                <a:lnTo>
                  <a:pt x="81948" y="117800"/>
                </a:lnTo>
                <a:cubicBezTo>
                  <a:pt x="81948" y="109317"/>
                  <a:pt x="75065" y="102435"/>
                  <a:pt x="66583" y="102435"/>
                </a:cubicBezTo>
                <a:lnTo>
                  <a:pt x="61461" y="102435"/>
                </a:lnTo>
                <a:lnTo>
                  <a:pt x="61461" y="92191"/>
                </a:lnTo>
                <a:lnTo>
                  <a:pt x="122922" y="92191"/>
                </a:lnTo>
                <a:lnTo>
                  <a:pt x="122922" y="102435"/>
                </a:lnTo>
                <a:lnTo>
                  <a:pt x="117800" y="102435"/>
                </a:lnTo>
                <a:cubicBezTo>
                  <a:pt x="109317" y="102435"/>
                  <a:pt x="102435" y="109317"/>
                  <a:pt x="102435" y="117800"/>
                </a:cubicBezTo>
                <a:lnTo>
                  <a:pt x="102435" y="138287"/>
                </a:lnTo>
                <a:cubicBezTo>
                  <a:pt x="102435" y="146770"/>
                  <a:pt x="109317" y="153652"/>
                  <a:pt x="117800" y="153652"/>
                </a:cubicBezTo>
                <a:lnTo>
                  <a:pt x="148530" y="153652"/>
                </a:lnTo>
                <a:cubicBezTo>
                  <a:pt x="157013" y="153652"/>
                  <a:pt x="163895" y="146770"/>
                  <a:pt x="163895" y="138287"/>
                </a:cubicBezTo>
                <a:lnTo>
                  <a:pt x="163895" y="117800"/>
                </a:lnTo>
                <a:cubicBezTo>
                  <a:pt x="163895" y="109317"/>
                  <a:pt x="157013" y="102435"/>
                  <a:pt x="148530" y="102435"/>
                </a:cubicBezTo>
                <a:lnTo>
                  <a:pt x="143409" y="102435"/>
                </a:lnTo>
                <a:lnTo>
                  <a:pt x="143409" y="92191"/>
                </a:lnTo>
                <a:lnTo>
                  <a:pt x="174139" y="92191"/>
                </a:lnTo>
                <a:cubicBezTo>
                  <a:pt x="179805" y="92191"/>
                  <a:pt x="184382" y="87614"/>
                  <a:pt x="184382" y="81948"/>
                </a:cubicBezTo>
                <a:cubicBezTo>
                  <a:pt x="184382" y="76282"/>
                  <a:pt x="179805" y="71704"/>
                  <a:pt x="174139" y="71704"/>
                </a:cubicBezTo>
                <a:lnTo>
                  <a:pt x="102435" y="71704"/>
                </a:lnTo>
                <a:lnTo>
                  <a:pt x="102435" y="61461"/>
                </a:lnTo>
                <a:lnTo>
                  <a:pt x="107556" y="61461"/>
                </a:lnTo>
                <a:cubicBezTo>
                  <a:pt x="116039" y="61461"/>
                  <a:pt x="122922" y="54578"/>
                  <a:pt x="122922" y="46096"/>
                </a:cubicBezTo>
                <a:lnTo>
                  <a:pt x="122922" y="25609"/>
                </a:lnTo>
                <a:cubicBezTo>
                  <a:pt x="122922" y="17126"/>
                  <a:pt x="116039" y="10243"/>
                  <a:pt x="107556" y="10243"/>
                </a:cubicBezTo>
                <a:lnTo>
                  <a:pt x="76826" y="10243"/>
                </a:lnTo>
                <a:close/>
                <a:moveTo>
                  <a:pt x="143409" y="120361"/>
                </a:moveTo>
                <a:lnTo>
                  <a:pt x="145969" y="120361"/>
                </a:lnTo>
                <a:lnTo>
                  <a:pt x="145969" y="135726"/>
                </a:lnTo>
                <a:lnTo>
                  <a:pt x="120361" y="135726"/>
                </a:lnTo>
                <a:lnTo>
                  <a:pt x="120361" y="120361"/>
                </a:lnTo>
                <a:lnTo>
                  <a:pt x="143409" y="120361"/>
                </a:lnTo>
                <a:close/>
                <a:moveTo>
                  <a:pt x="61461" y="120361"/>
                </a:moveTo>
                <a:lnTo>
                  <a:pt x="64022" y="120361"/>
                </a:lnTo>
                <a:lnTo>
                  <a:pt x="64022" y="135726"/>
                </a:lnTo>
                <a:lnTo>
                  <a:pt x="38413" y="135726"/>
                </a:lnTo>
                <a:lnTo>
                  <a:pt x="38413" y="120361"/>
                </a:lnTo>
                <a:lnTo>
                  <a:pt x="61461" y="120361"/>
                </a:ln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36" name="Text 34"/>
          <p:cNvSpPr/>
          <p:nvPr/>
        </p:nvSpPr>
        <p:spPr>
          <a:xfrm>
            <a:off x="6585157" y="3994191"/>
            <a:ext cx="5135391" cy="254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1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Cấu hình Mạng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75735" y="4358403"/>
            <a:ext cx="5262865" cy="364212"/>
          </a:xfrm>
          <a:custGeom>
            <a:avLst/>
            <a:gdLst/>
            <a:ahLst/>
            <a:cxnLst/>
            <a:rect l="l" t="t" r="r" b="b"/>
            <a:pathLst>
              <a:path w="5262865" h="364212">
                <a:moveTo>
                  <a:pt x="72842" y="0"/>
                </a:moveTo>
                <a:lnTo>
                  <a:pt x="5190022" y="0"/>
                </a:lnTo>
                <a:cubicBezTo>
                  <a:pt x="5230252" y="0"/>
                  <a:pt x="5262865" y="32613"/>
                  <a:pt x="5262865" y="72842"/>
                </a:cubicBezTo>
                <a:lnTo>
                  <a:pt x="5262865" y="291370"/>
                </a:lnTo>
                <a:cubicBezTo>
                  <a:pt x="5262865" y="331599"/>
                  <a:pt x="5230252" y="364212"/>
                  <a:pt x="5190022" y="364212"/>
                </a:cubicBezTo>
                <a:lnTo>
                  <a:pt x="72842" y="364212"/>
                </a:lnTo>
                <a:cubicBezTo>
                  <a:pt x="32613" y="364212"/>
                  <a:pt x="0" y="331599"/>
                  <a:pt x="0" y="291370"/>
                </a:cubicBezTo>
                <a:lnTo>
                  <a:pt x="0" y="72842"/>
                </a:lnTo>
                <a:cubicBezTo>
                  <a:pt x="0" y="32613"/>
                  <a:pt x="32613" y="0"/>
                  <a:pt x="72842" y="0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448578" y="4431246"/>
            <a:ext cx="5190022" cy="218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7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ASPNETCORE_URLS=http://+:8080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75735" y="4795458"/>
            <a:ext cx="5262865" cy="364212"/>
          </a:xfrm>
          <a:custGeom>
            <a:avLst/>
            <a:gdLst/>
            <a:ahLst/>
            <a:cxnLst/>
            <a:rect l="l" t="t" r="r" b="b"/>
            <a:pathLst>
              <a:path w="5262865" h="364212">
                <a:moveTo>
                  <a:pt x="72842" y="0"/>
                </a:moveTo>
                <a:lnTo>
                  <a:pt x="5190022" y="0"/>
                </a:lnTo>
                <a:cubicBezTo>
                  <a:pt x="5230252" y="0"/>
                  <a:pt x="5262865" y="32613"/>
                  <a:pt x="5262865" y="72842"/>
                </a:cubicBezTo>
                <a:lnTo>
                  <a:pt x="5262865" y="291370"/>
                </a:lnTo>
                <a:cubicBezTo>
                  <a:pt x="5262865" y="331599"/>
                  <a:pt x="5230252" y="364212"/>
                  <a:pt x="5190022" y="364212"/>
                </a:cubicBezTo>
                <a:lnTo>
                  <a:pt x="72842" y="364212"/>
                </a:lnTo>
                <a:cubicBezTo>
                  <a:pt x="32613" y="364212"/>
                  <a:pt x="0" y="331599"/>
                  <a:pt x="0" y="291370"/>
                </a:cubicBezTo>
                <a:lnTo>
                  <a:pt x="0" y="72842"/>
                </a:lnTo>
                <a:cubicBezTo>
                  <a:pt x="0" y="32613"/>
                  <a:pt x="32613" y="0"/>
                  <a:pt x="72842" y="0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6448578" y="4868300"/>
            <a:ext cx="5190022" cy="218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7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Port mapping: 8080:8080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68259" y="5499604"/>
            <a:ext cx="3713952" cy="991466"/>
          </a:xfrm>
          <a:custGeom>
            <a:avLst/>
            <a:gdLst/>
            <a:ahLst/>
            <a:cxnLst/>
            <a:rect l="l" t="t" r="r" b="b"/>
            <a:pathLst>
              <a:path w="3713952" h="991466">
                <a:moveTo>
                  <a:pt x="145686" y="0"/>
                </a:moveTo>
                <a:lnTo>
                  <a:pt x="3568266" y="0"/>
                </a:lnTo>
                <a:cubicBezTo>
                  <a:pt x="3648726" y="0"/>
                  <a:pt x="3713952" y="65226"/>
                  <a:pt x="3713952" y="145686"/>
                </a:cubicBezTo>
                <a:lnTo>
                  <a:pt x="3713952" y="845780"/>
                </a:lnTo>
                <a:cubicBezTo>
                  <a:pt x="3713952" y="926240"/>
                  <a:pt x="3648726" y="991466"/>
                  <a:pt x="3568266" y="991466"/>
                </a:cubicBezTo>
                <a:lnTo>
                  <a:pt x="145686" y="991466"/>
                </a:lnTo>
                <a:cubicBezTo>
                  <a:pt x="65280" y="991466"/>
                  <a:pt x="0" y="926187"/>
                  <a:pt x="0" y="845780"/>
                </a:cubicBezTo>
                <a:lnTo>
                  <a:pt x="0" y="145686"/>
                </a:lnTo>
                <a:cubicBezTo>
                  <a:pt x="0" y="65280"/>
                  <a:pt x="65280" y="0"/>
                  <a:pt x="145686" y="0"/>
                </a:cubicBezTo>
                <a:close/>
              </a:path>
            </a:pathLst>
          </a:custGeom>
          <a:solidFill>
            <a:srgbClr val="EFF6FF"/>
          </a:solidFill>
          <a:ln w="11289">
            <a:solidFill>
              <a:srgbClr val="BEDB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130135" y="5649333"/>
            <a:ext cx="191211" cy="218527"/>
          </a:xfrm>
          <a:custGeom>
            <a:avLst/>
            <a:gdLst/>
            <a:ahLst/>
            <a:cxnLst/>
            <a:rect l="l" t="t" r="r" b="b"/>
            <a:pathLst>
              <a:path w="191211" h="218527">
                <a:moveTo>
                  <a:pt x="27316" y="13658"/>
                </a:moveTo>
                <a:cubicBezTo>
                  <a:pt x="12249" y="13658"/>
                  <a:pt x="0" y="25907"/>
                  <a:pt x="0" y="40974"/>
                </a:cubicBezTo>
                <a:lnTo>
                  <a:pt x="0" y="177553"/>
                </a:lnTo>
                <a:cubicBezTo>
                  <a:pt x="0" y="192620"/>
                  <a:pt x="12249" y="204869"/>
                  <a:pt x="27316" y="204869"/>
                </a:cubicBezTo>
                <a:lnTo>
                  <a:pt x="163895" y="204869"/>
                </a:lnTo>
                <a:cubicBezTo>
                  <a:pt x="178962" y="204869"/>
                  <a:pt x="191211" y="192620"/>
                  <a:pt x="191211" y="177553"/>
                </a:cubicBezTo>
                <a:lnTo>
                  <a:pt x="191211" y="40974"/>
                </a:lnTo>
                <a:cubicBezTo>
                  <a:pt x="191211" y="25907"/>
                  <a:pt x="178962" y="13658"/>
                  <a:pt x="163895" y="13658"/>
                </a:cubicBezTo>
                <a:lnTo>
                  <a:pt x="27316" y="13658"/>
                </a:lnTo>
                <a:close/>
                <a:moveTo>
                  <a:pt x="54632" y="47803"/>
                </a:moveTo>
                <a:cubicBezTo>
                  <a:pt x="65939" y="47803"/>
                  <a:pt x="75119" y="56983"/>
                  <a:pt x="75119" y="68290"/>
                </a:cubicBezTo>
                <a:cubicBezTo>
                  <a:pt x="75119" y="79597"/>
                  <a:pt x="65939" y="88777"/>
                  <a:pt x="54632" y="88777"/>
                </a:cubicBezTo>
                <a:cubicBezTo>
                  <a:pt x="43325" y="88777"/>
                  <a:pt x="34145" y="79597"/>
                  <a:pt x="34145" y="68290"/>
                </a:cubicBezTo>
                <a:cubicBezTo>
                  <a:pt x="34145" y="56983"/>
                  <a:pt x="43325" y="47803"/>
                  <a:pt x="54632" y="47803"/>
                </a:cubicBezTo>
                <a:close/>
                <a:moveTo>
                  <a:pt x="116093" y="95606"/>
                </a:moveTo>
                <a:cubicBezTo>
                  <a:pt x="119678" y="95606"/>
                  <a:pt x="122964" y="97484"/>
                  <a:pt x="124842" y="100514"/>
                </a:cubicBezTo>
                <a:lnTo>
                  <a:pt x="162402" y="161975"/>
                </a:lnTo>
                <a:cubicBezTo>
                  <a:pt x="164322" y="165133"/>
                  <a:pt x="164408" y="169103"/>
                  <a:pt x="162615" y="172346"/>
                </a:cubicBezTo>
                <a:cubicBezTo>
                  <a:pt x="160822" y="175590"/>
                  <a:pt x="157365" y="177553"/>
                  <a:pt x="153652" y="177553"/>
                </a:cubicBezTo>
                <a:lnTo>
                  <a:pt x="37559" y="177553"/>
                </a:lnTo>
                <a:cubicBezTo>
                  <a:pt x="33761" y="177553"/>
                  <a:pt x="30218" y="175419"/>
                  <a:pt x="28468" y="172048"/>
                </a:cubicBezTo>
                <a:cubicBezTo>
                  <a:pt x="26718" y="168676"/>
                  <a:pt x="26974" y="164578"/>
                  <a:pt x="29151" y="161463"/>
                </a:cubicBezTo>
                <a:lnTo>
                  <a:pt x="53053" y="127318"/>
                </a:lnTo>
                <a:cubicBezTo>
                  <a:pt x="54973" y="124586"/>
                  <a:pt x="58089" y="122964"/>
                  <a:pt x="61461" y="122964"/>
                </a:cubicBezTo>
                <a:cubicBezTo>
                  <a:pt x="64833" y="122964"/>
                  <a:pt x="67948" y="124586"/>
                  <a:pt x="69869" y="127318"/>
                </a:cubicBezTo>
                <a:lnTo>
                  <a:pt x="81137" y="143451"/>
                </a:lnTo>
                <a:lnTo>
                  <a:pt x="107343" y="100557"/>
                </a:lnTo>
                <a:cubicBezTo>
                  <a:pt x="109221" y="97526"/>
                  <a:pt x="112507" y="95648"/>
                  <a:pt x="116093" y="95648"/>
                </a:cubicBezTo>
                <a:close/>
              </a:path>
            </a:pathLst>
          </a:custGeom>
          <a:solidFill>
            <a:srgbClr val="2B7FFF"/>
          </a:solidFill>
          <a:ln/>
        </p:spPr>
      </p:sp>
      <p:sp>
        <p:nvSpPr>
          <p:cNvPr id="43" name="Text 41"/>
          <p:cNvSpPr/>
          <p:nvPr/>
        </p:nvSpPr>
        <p:spPr>
          <a:xfrm>
            <a:off x="481569" y="5940703"/>
            <a:ext cx="3487331" cy="218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7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Docker Image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486122" y="6159230"/>
            <a:ext cx="3478226" cy="182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4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vibe-app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237001" y="5499604"/>
            <a:ext cx="3713952" cy="991466"/>
          </a:xfrm>
          <a:custGeom>
            <a:avLst/>
            <a:gdLst/>
            <a:ahLst/>
            <a:cxnLst/>
            <a:rect l="l" t="t" r="r" b="b"/>
            <a:pathLst>
              <a:path w="3713952" h="991466">
                <a:moveTo>
                  <a:pt x="145686" y="0"/>
                </a:moveTo>
                <a:lnTo>
                  <a:pt x="3568266" y="0"/>
                </a:lnTo>
                <a:cubicBezTo>
                  <a:pt x="3648726" y="0"/>
                  <a:pt x="3713952" y="65226"/>
                  <a:pt x="3713952" y="145686"/>
                </a:cubicBezTo>
                <a:lnTo>
                  <a:pt x="3713952" y="845780"/>
                </a:lnTo>
                <a:cubicBezTo>
                  <a:pt x="3713952" y="926240"/>
                  <a:pt x="3648726" y="991466"/>
                  <a:pt x="3568266" y="991466"/>
                </a:cubicBezTo>
                <a:lnTo>
                  <a:pt x="145686" y="991466"/>
                </a:lnTo>
                <a:cubicBezTo>
                  <a:pt x="65280" y="991466"/>
                  <a:pt x="0" y="926187"/>
                  <a:pt x="0" y="845780"/>
                </a:cubicBezTo>
                <a:lnTo>
                  <a:pt x="0" y="145686"/>
                </a:lnTo>
                <a:cubicBezTo>
                  <a:pt x="0" y="65280"/>
                  <a:pt x="65280" y="0"/>
                  <a:pt x="145686" y="0"/>
                </a:cubicBezTo>
                <a:close/>
              </a:path>
            </a:pathLst>
          </a:custGeom>
          <a:solidFill>
            <a:srgbClr val="F0FDF4"/>
          </a:solidFill>
          <a:ln w="11289">
            <a:solidFill>
              <a:srgbClr val="B9F8C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985219" y="5649333"/>
            <a:ext cx="218527" cy="218527"/>
          </a:xfrm>
          <a:custGeom>
            <a:avLst/>
            <a:gdLst/>
            <a:ahLst/>
            <a:cxnLst/>
            <a:rect l="l" t="t" r="r" b="b"/>
            <a:pathLst>
              <a:path w="218527" h="218527">
                <a:moveTo>
                  <a:pt x="95734" y="-1067"/>
                </a:moveTo>
                <a:cubicBezTo>
                  <a:pt x="104185" y="-5933"/>
                  <a:pt x="114599" y="-5933"/>
                  <a:pt x="123050" y="-1067"/>
                </a:cubicBezTo>
                <a:lnTo>
                  <a:pt x="198126" y="42254"/>
                </a:lnTo>
                <a:cubicBezTo>
                  <a:pt x="206577" y="47120"/>
                  <a:pt x="211784" y="56168"/>
                  <a:pt x="211784" y="65900"/>
                </a:cubicBezTo>
                <a:lnTo>
                  <a:pt x="211784" y="152542"/>
                </a:lnTo>
                <a:cubicBezTo>
                  <a:pt x="211784" y="162316"/>
                  <a:pt x="206577" y="171322"/>
                  <a:pt x="198126" y="176188"/>
                </a:cubicBezTo>
                <a:lnTo>
                  <a:pt x="123050" y="219594"/>
                </a:lnTo>
                <a:cubicBezTo>
                  <a:pt x="114599" y="224460"/>
                  <a:pt x="104185" y="224460"/>
                  <a:pt x="95734" y="219594"/>
                </a:cubicBezTo>
                <a:lnTo>
                  <a:pt x="20700" y="176273"/>
                </a:lnTo>
                <a:cubicBezTo>
                  <a:pt x="12249" y="171407"/>
                  <a:pt x="7042" y="162359"/>
                  <a:pt x="7042" y="152628"/>
                </a:cubicBezTo>
                <a:lnTo>
                  <a:pt x="7042" y="65985"/>
                </a:lnTo>
                <a:cubicBezTo>
                  <a:pt x="7042" y="56211"/>
                  <a:pt x="12249" y="47205"/>
                  <a:pt x="20700" y="42340"/>
                </a:cubicBezTo>
                <a:lnTo>
                  <a:pt x="95734" y="-1067"/>
                </a:lnTo>
                <a:close/>
                <a:moveTo>
                  <a:pt x="184425" y="152585"/>
                </a:moveTo>
                <a:lnTo>
                  <a:pt x="184425" y="81692"/>
                </a:lnTo>
                <a:lnTo>
                  <a:pt x="123050" y="117117"/>
                </a:lnTo>
                <a:lnTo>
                  <a:pt x="123050" y="188010"/>
                </a:lnTo>
                <a:lnTo>
                  <a:pt x="184425" y="152585"/>
                </a:ln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47" name="Text 45"/>
          <p:cNvSpPr/>
          <p:nvPr/>
        </p:nvSpPr>
        <p:spPr>
          <a:xfrm>
            <a:off x="4350311" y="5940703"/>
            <a:ext cx="3487331" cy="218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7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Container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4354864" y="6159230"/>
            <a:ext cx="3478226" cy="182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4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my-vibe-container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105743" y="5499604"/>
            <a:ext cx="3713952" cy="991466"/>
          </a:xfrm>
          <a:custGeom>
            <a:avLst/>
            <a:gdLst/>
            <a:ahLst/>
            <a:cxnLst/>
            <a:rect l="l" t="t" r="r" b="b"/>
            <a:pathLst>
              <a:path w="3713952" h="991466">
                <a:moveTo>
                  <a:pt x="145686" y="0"/>
                </a:moveTo>
                <a:lnTo>
                  <a:pt x="3568266" y="0"/>
                </a:lnTo>
                <a:cubicBezTo>
                  <a:pt x="3648726" y="0"/>
                  <a:pt x="3713952" y="65226"/>
                  <a:pt x="3713952" y="145686"/>
                </a:cubicBezTo>
                <a:lnTo>
                  <a:pt x="3713952" y="845780"/>
                </a:lnTo>
                <a:cubicBezTo>
                  <a:pt x="3713952" y="926240"/>
                  <a:pt x="3648726" y="991466"/>
                  <a:pt x="3568266" y="991466"/>
                </a:cubicBezTo>
                <a:lnTo>
                  <a:pt x="145686" y="991466"/>
                </a:lnTo>
                <a:cubicBezTo>
                  <a:pt x="65280" y="991466"/>
                  <a:pt x="0" y="926187"/>
                  <a:pt x="0" y="845780"/>
                </a:cubicBezTo>
                <a:lnTo>
                  <a:pt x="0" y="145686"/>
                </a:lnTo>
                <a:cubicBezTo>
                  <a:pt x="0" y="65280"/>
                  <a:pt x="65280" y="0"/>
                  <a:pt x="145686" y="0"/>
                </a:cubicBezTo>
                <a:close/>
              </a:path>
            </a:pathLst>
          </a:custGeom>
          <a:solidFill>
            <a:srgbClr val="FAF5FF"/>
          </a:solidFill>
          <a:ln w="11289">
            <a:solidFill>
              <a:srgbClr val="E9D4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853961" y="5649333"/>
            <a:ext cx="218527" cy="218527"/>
          </a:xfrm>
          <a:custGeom>
            <a:avLst/>
            <a:gdLst/>
            <a:ahLst/>
            <a:cxnLst/>
            <a:rect l="l" t="t" r="r" b="b"/>
            <a:pathLst>
              <a:path w="218527" h="218527">
                <a:moveTo>
                  <a:pt x="109264" y="218527"/>
                </a:moveTo>
                <a:cubicBezTo>
                  <a:pt x="169568" y="218527"/>
                  <a:pt x="218527" y="169568"/>
                  <a:pt x="218527" y="109264"/>
                </a:cubicBezTo>
                <a:cubicBezTo>
                  <a:pt x="218527" y="48959"/>
                  <a:pt x="169568" y="0"/>
                  <a:pt x="109264" y="0"/>
                </a:cubicBezTo>
                <a:cubicBezTo>
                  <a:pt x="48959" y="0"/>
                  <a:pt x="0" y="48959"/>
                  <a:pt x="0" y="109264"/>
                </a:cubicBezTo>
                <a:cubicBezTo>
                  <a:pt x="0" y="169568"/>
                  <a:pt x="48959" y="218527"/>
                  <a:pt x="109264" y="218527"/>
                </a:cubicBezTo>
                <a:close/>
                <a:moveTo>
                  <a:pt x="145286" y="90783"/>
                </a:moveTo>
                <a:lnTo>
                  <a:pt x="111142" y="145415"/>
                </a:lnTo>
                <a:cubicBezTo>
                  <a:pt x="109349" y="148274"/>
                  <a:pt x="106276" y="150067"/>
                  <a:pt x="102904" y="150237"/>
                </a:cubicBezTo>
                <a:cubicBezTo>
                  <a:pt x="99532" y="150408"/>
                  <a:pt x="96289" y="148872"/>
                  <a:pt x="94283" y="146140"/>
                </a:cubicBezTo>
                <a:lnTo>
                  <a:pt x="73796" y="118824"/>
                </a:lnTo>
                <a:cubicBezTo>
                  <a:pt x="70381" y="114300"/>
                  <a:pt x="71320" y="107898"/>
                  <a:pt x="75844" y="104483"/>
                </a:cubicBezTo>
                <a:cubicBezTo>
                  <a:pt x="80369" y="101069"/>
                  <a:pt x="86771" y="102008"/>
                  <a:pt x="90185" y="106532"/>
                </a:cubicBezTo>
                <a:lnTo>
                  <a:pt x="101709" y="121897"/>
                </a:lnTo>
                <a:lnTo>
                  <a:pt x="127915" y="79942"/>
                </a:lnTo>
                <a:cubicBezTo>
                  <a:pt x="130903" y="75161"/>
                  <a:pt x="137220" y="73668"/>
                  <a:pt x="142043" y="76698"/>
                </a:cubicBezTo>
                <a:cubicBezTo>
                  <a:pt x="146866" y="79728"/>
                  <a:pt x="148317" y="86002"/>
                  <a:pt x="145286" y="90825"/>
                </a:cubicBezTo>
                <a:close/>
              </a:path>
            </a:pathLst>
          </a:custGeom>
          <a:solidFill>
            <a:srgbClr val="AD46FF"/>
          </a:solidFill>
          <a:ln/>
        </p:spPr>
      </p:sp>
      <p:sp>
        <p:nvSpPr>
          <p:cNvPr id="51" name="Text 49"/>
          <p:cNvSpPr/>
          <p:nvPr/>
        </p:nvSpPr>
        <p:spPr>
          <a:xfrm>
            <a:off x="8219053" y="5940703"/>
            <a:ext cx="3487331" cy="218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7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Status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223606" y="6159230"/>
            <a:ext cx="3478226" cy="182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4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Up &amp; Running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7" grpId="0" animBg="1"/>
      <p:bldP spid="11" grpId="0" animBg="1"/>
      <p:bldP spid="12" grpId="0" animBg="1"/>
      <p:bldP spid="13" grpId="0" animBg="1"/>
      <p:bldP spid="14" grpId="0" animBg="1"/>
      <p:bldP spid="19" grpId="0" animBg="1"/>
      <p:bldP spid="20" grpId="0" animBg="1"/>
      <p:bldP spid="21" grpId="0" animBg="1"/>
      <p:bldP spid="22" grpId="0" animBg="1"/>
      <p:bldP spid="25" grpId="0" animBg="1"/>
      <p:bldP spid="28" grpId="0" animBg="1"/>
      <p:bldP spid="29" grpId="0" animBg="1"/>
      <p:bldP spid="32" grpId="0" animBg="1"/>
      <p:bldP spid="33" grpId="0" animBg="1"/>
      <p:bldP spid="36" grpId="0" animBg="1"/>
      <p:bldP spid="38" grpId="0" animBg="1"/>
      <p:bldP spid="40" grpId="0" animBg="1"/>
      <p:bldP spid="43" grpId="0" animBg="1"/>
      <p:bldP spid="44" grpId="0" animBg="1"/>
      <p:bldP spid="47" grpId="0" animBg="1"/>
      <p:bldP spid="48" grpId="0" animBg="1"/>
      <p:bldP spid="51" grpId="0" animBg="1"/>
      <p:bldP spid="5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FF205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RESULTS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0182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KẾT QUẢ ĐẠT ĐƯỢC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430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6A72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Tổng hợp thành quả toàn bộ dự án Vibe Coding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233" y="1566333"/>
            <a:ext cx="3704167" cy="1722967"/>
          </a:xfrm>
          <a:custGeom>
            <a:avLst/>
            <a:gdLst/>
            <a:ahLst/>
            <a:cxnLst/>
            <a:rect l="l" t="t" r="r" b="b"/>
            <a:pathLst>
              <a:path w="3704167" h="1722967">
                <a:moveTo>
                  <a:pt x="228603" y="0"/>
                </a:moveTo>
                <a:lnTo>
                  <a:pt x="3475563" y="0"/>
                </a:lnTo>
                <a:cubicBezTo>
                  <a:pt x="3601818" y="0"/>
                  <a:pt x="3704167" y="102349"/>
                  <a:pt x="3704167" y="228603"/>
                </a:cubicBezTo>
                <a:lnTo>
                  <a:pt x="3704167" y="1494363"/>
                </a:lnTo>
                <a:cubicBezTo>
                  <a:pt x="3704167" y="1620618"/>
                  <a:pt x="3601818" y="1722967"/>
                  <a:pt x="3475563" y="1722967"/>
                </a:cubicBezTo>
                <a:lnTo>
                  <a:pt x="228603" y="1722967"/>
                </a:lnTo>
                <a:cubicBezTo>
                  <a:pt x="102349" y="1722967"/>
                  <a:pt x="0" y="1620618"/>
                  <a:pt x="0" y="1494363"/>
                </a:cubicBezTo>
                <a:lnTo>
                  <a:pt x="0" y="228603"/>
                </a:lnTo>
                <a:cubicBezTo>
                  <a:pt x="0" y="102349"/>
                  <a:pt x="102349" y="0"/>
                  <a:pt x="228603" y="0"/>
                </a:cubicBezTo>
                <a:close/>
              </a:path>
            </a:pathLst>
          </a:custGeom>
          <a:gradFill flip="none" rotWithShape="1">
            <a:gsLst>
              <a:gs pos="0">
                <a:srgbClr val="FAF5FF"/>
              </a:gs>
              <a:gs pos="100000">
                <a:srgbClr val="EFF6FF"/>
              </a:gs>
            </a:gsLst>
            <a:lin ang="2700000" scaled="1"/>
          </a:gradFill>
          <a:ln w="11289">
            <a:solidFill>
              <a:srgbClr val="F3E8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1867" y="172296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52398" y="0"/>
                </a:moveTo>
                <a:lnTo>
                  <a:pt x="304802" y="0"/>
                </a:lnTo>
                <a:cubicBezTo>
                  <a:pt x="388913" y="0"/>
                  <a:pt x="457200" y="68287"/>
                  <a:pt x="457200" y="152398"/>
                </a:cubicBezTo>
                <a:lnTo>
                  <a:pt x="457200" y="304802"/>
                </a:lnTo>
                <a:cubicBezTo>
                  <a:pt x="457200" y="388913"/>
                  <a:pt x="388913" y="457200"/>
                  <a:pt x="304802" y="457200"/>
                </a:cubicBezTo>
                <a:lnTo>
                  <a:pt x="152398" y="457200"/>
                </a:lnTo>
                <a:cubicBezTo>
                  <a:pt x="68287" y="457200"/>
                  <a:pt x="0" y="388913"/>
                  <a:pt x="0" y="3048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AD46FF"/>
          </a:solidFill>
          <a:ln/>
        </p:spPr>
      </p:sp>
      <p:sp>
        <p:nvSpPr>
          <p:cNvPr id="7" name="Shape 5"/>
          <p:cNvSpPr/>
          <p:nvPr/>
        </p:nvSpPr>
        <p:spPr>
          <a:xfrm>
            <a:off x="663310" y="1856319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0" y="125016"/>
                </a:moveTo>
                <a:cubicBezTo>
                  <a:pt x="0" y="154595"/>
                  <a:pt x="23999" y="178594"/>
                  <a:pt x="53578" y="178594"/>
                </a:cubicBezTo>
                <a:lnTo>
                  <a:pt x="166688" y="178594"/>
                </a:lnTo>
                <a:cubicBezTo>
                  <a:pt x="192993" y="178594"/>
                  <a:pt x="214313" y="157274"/>
                  <a:pt x="214313" y="130969"/>
                </a:cubicBezTo>
                <a:cubicBezTo>
                  <a:pt x="214313" y="111770"/>
                  <a:pt x="202964" y="95213"/>
                  <a:pt x="186593" y="87697"/>
                </a:cubicBezTo>
                <a:cubicBezTo>
                  <a:pt x="189086" y="82823"/>
                  <a:pt x="190500" y="77279"/>
                  <a:pt x="190500" y="71438"/>
                </a:cubicBezTo>
                <a:cubicBezTo>
                  <a:pt x="190500" y="51718"/>
                  <a:pt x="174501" y="35719"/>
                  <a:pt x="154781" y="35719"/>
                </a:cubicBezTo>
                <a:cubicBezTo>
                  <a:pt x="148196" y="35719"/>
                  <a:pt x="142056" y="37505"/>
                  <a:pt x="136773" y="40593"/>
                </a:cubicBezTo>
                <a:cubicBezTo>
                  <a:pt x="127806" y="23552"/>
                  <a:pt x="109910" y="11906"/>
                  <a:pt x="89297" y="11906"/>
                </a:cubicBezTo>
                <a:cubicBezTo>
                  <a:pt x="59717" y="11906"/>
                  <a:pt x="35719" y="35905"/>
                  <a:pt x="35719" y="65484"/>
                </a:cubicBezTo>
                <a:cubicBezTo>
                  <a:pt x="35719" y="68461"/>
                  <a:pt x="35979" y="71400"/>
                  <a:pt x="36426" y="74228"/>
                </a:cubicBezTo>
                <a:cubicBezTo>
                  <a:pt x="15255" y="81372"/>
                  <a:pt x="0" y="101426"/>
                  <a:pt x="0" y="12501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113367" y="1818219"/>
            <a:ext cx="2181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Development Environment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0917" y="233256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10" name="Text 8"/>
          <p:cNvSpPr/>
          <p:nvPr/>
        </p:nvSpPr>
        <p:spPr>
          <a:xfrm>
            <a:off x="808567" y="2294469"/>
            <a:ext cx="2257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Codespaces hoạt động ổn định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0917" y="263736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12" name="Text 10"/>
          <p:cNvSpPr/>
          <p:nvPr/>
        </p:nvSpPr>
        <p:spPr>
          <a:xfrm>
            <a:off x="808567" y="2599269"/>
            <a:ext cx="2476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MCP Server khởi động thành công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0917" y="294216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14" name="Text 12"/>
          <p:cNvSpPr/>
          <p:nvPr/>
        </p:nvSpPr>
        <p:spPr>
          <a:xfrm>
            <a:off x="808567" y="2904069"/>
            <a:ext cx="2381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openapi.yaml 12 endpoint đầy đủ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246033" y="1566333"/>
            <a:ext cx="3704167" cy="1722967"/>
          </a:xfrm>
          <a:custGeom>
            <a:avLst/>
            <a:gdLst/>
            <a:ahLst/>
            <a:cxnLst/>
            <a:rect l="l" t="t" r="r" b="b"/>
            <a:pathLst>
              <a:path w="3704167" h="1722967">
                <a:moveTo>
                  <a:pt x="228603" y="0"/>
                </a:moveTo>
                <a:lnTo>
                  <a:pt x="3475563" y="0"/>
                </a:lnTo>
                <a:cubicBezTo>
                  <a:pt x="3601818" y="0"/>
                  <a:pt x="3704167" y="102349"/>
                  <a:pt x="3704167" y="228603"/>
                </a:cubicBezTo>
                <a:lnTo>
                  <a:pt x="3704167" y="1494363"/>
                </a:lnTo>
                <a:cubicBezTo>
                  <a:pt x="3704167" y="1620618"/>
                  <a:pt x="3601818" y="1722967"/>
                  <a:pt x="3475563" y="1722967"/>
                </a:cubicBezTo>
                <a:lnTo>
                  <a:pt x="228603" y="1722967"/>
                </a:lnTo>
                <a:cubicBezTo>
                  <a:pt x="102349" y="1722967"/>
                  <a:pt x="0" y="1620618"/>
                  <a:pt x="0" y="1494363"/>
                </a:cubicBezTo>
                <a:lnTo>
                  <a:pt x="0" y="228603"/>
                </a:lnTo>
                <a:cubicBezTo>
                  <a:pt x="0" y="102349"/>
                  <a:pt x="102349" y="0"/>
                  <a:pt x="228603" y="0"/>
                </a:cubicBezTo>
                <a:close/>
              </a:path>
            </a:pathLst>
          </a:custGeom>
          <a:gradFill flip="none" rotWithShape="1">
            <a:gsLst>
              <a:gs pos="0">
                <a:srgbClr val="F0FDF4"/>
              </a:gs>
              <a:gs pos="100000">
                <a:srgbClr val="ECFEFF"/>
              </a:gs>
            </a:gsLst>
            <a:lin ang="2700000" scaled="1"/>
          </a:gradFill>
          <a:ln w="11289">
            <a:solidFill>
              <a:srgbClr val="DCFC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02667" y="172296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52398" y="0"/>
                </a:moveTo>
                <a:lnTo>
                  <a:pt x="304802" y="0"/>
                </a:lnTo>
                <a:cubicBezTo>
                  <a:pt x="388913" y="0"/>
                  <a:pt x="457200" y="68287"/>
                  <a:pt x="457200" y="152398"/>
                </a:cubicBezTo>
                <a:lnTo>
                  <a:pt x="457200" y="304802"/>
                </a:lnTo>
                <a:cubicBezTo>
                  <a:pt x="457200" y="388913"/>
                  <a:pt x="388913" y="457200"/>
                  <a:pt x="304802" y="457200"/>
                </a:cubicBezTo>
                <a:lnTo>
                  <a:pt x="152398" y="457200"/>
                </a:lnTo>
                <a:cubicBezTo>
                  <a:pt x="68287" y="457200"/>
                  <a:pt x="0" y="388913"/>
                  <a:pt x="0" y="3048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17" name="Shape 15"/>
          <p:cNvSpPr/>
          <p:nvPr/>
        </p:nvSpPr>
        <p:spPr>
          <a:xfrm>
            <a:off x="4547923" y="1856319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3637" y="74600"/>
                </a:moveTo>
                <a:cubicBezTo>
                  <a:pt x="160772" y="63103"/>
                  <a:pt x="155339" y="54434"/>
                  <a:pt x="143768" y="54434"/>
                </a:cubicBezTo>
                <a:lnTo>
                  <a:pt x="128848" y="54434"/>
                </a:lnTo>
                <a:lnTo>
                  <a:pt x="128848" y="72070"/>
                </a:lnTo>
                <a:cubicBezTo>
                  <a:pt x="128848" y="85762"/>
                  <a:pt x="117239" y="97296"/>
                  <a:pt x="103994" y="97296"/>
                </a:cubicBezTo>
                <a:lnTo>
                  <a:pt x="64257" y="97296"/>
                </a:lnTo>
                <a:cubicBezTo>
                  <a:pt x="53392" y="97296"/>
                  <a:pt x="44388" y="106598"/>
                  <a:pt x="44388" y="117500"/>
                </a:cubicBezTo>
                <a:lnTo>
                  <a:pt x="44388" y="155377"/>
                </a:lnTo>
                <a:cubicBezTo>
                  <a:pt x="44388" y="166167"/>
                  <a:pt x="53764" y="172492"/>
                  <a:pt x="64257" y="175580"/>
                </a:cubicBezTo>
                <a:cubicBezTo>
                  <a:pt x="76833" y="179263"/>
                  <a:pt x="88925" y="179933"/>
                  <a:pt x="103994" y="175580"/>
                </a:cubicBezTo>
                <a:cubicBezTo>
                  <a:pt x="114002" y="172678"/>
                  <a:pt x="123862" y="166836"/>
                  <a:pt x="123862" y="155377"/>
                </a:cubicBezTo>
                <a:lnTo>
                  <a:pt x="123862" y="140233"/>
                </a:lnTo>
                <a:lnTo>
                  <a:pt x="84162" y="140233"/>
                </a:lnTo>
                <a:lnTo>
                  <a:pt x="84162" y="135173"/>
                </a:lnTo>
                <a:lnTo>
                  <a:pt x="143768" y="135173"/>
                </a:lnTo>
                <a:cubicBezTo>
                  <a:pt x="155339" y="135173"/>
                  <a:pt x="159618" y="127099"/>
                  <a:pt x="163637" y="115007"/>
                </a:cubicBezTo>
                <a:cubicBezTo>
                  <a:pt x="167804" y="102543"/>
                  <a:pt x="167618" y="90562"/>
                  <a:pt x="163637" y="74600"/>
                </a:cubicBezTo>
                <a:close/>
                <a:moveTo>
                  <a:pt x="106487" y="165460"/>
                </a:moveTo>
                <a:cubicBezTo>
                  <a:pt x="103655" y="165658"/>
                  <a:pt x="100949" y="164260"/>
                  <a:pt x="99472" y="161836"/>
                </a:cubicBezTo>
                <a:cubicBezTo>
                  <a:pt x="97996" y="159411"/>
                  <a:pt x="97996" y="156365"/>
                  <a:pt x="99472" y="153941"/>
                </a:cubicBezTo>
                <a:cubicBezTo>
                  <a:pt x="100949" y="151516"/>
                  <a:pt x="103655" y="150118"/>
                  <a:pt x="106487" y="150316"/>
                </a:cubicBezTo>
                <a:cubicBezTo>
                  <a:pt x="109318" y="150118"/>
                  <a:pt x="112024" y="151516"/>
                  <a:pt x="113501" y="153941"/>
                </a:cubicBezTo>
                <a:cubicBezTo>
                  <a:pt x="114977" y="156365"/>
                  <a:pt x="114977" y="159411"/>
                  <a:pt x="113501" y="161836"/>
                </a:cubicBezTo>
                <a:cubicBezTo>
                  <a:pt x="112024" y="164260"/>
                  <a:pt x="109318" y="165658"/>
                  <a:pt x="106487" y="165460"/>
                </a:cubicBezTo>
                <a:close/>
                <a:moveTo>
                  <a:pt x="62433" y="92311"/>
                </a:moveTo>
                <a:lnTo>
                  <a:pt x="102171" y="92311"/>
                </a:lnTo>
                <a:cubicBezTo>
                  <a:pt x="113221" y="92311"/>
                  <a:pt x="122039" y="83195"/>
                  <a:pt x="122039" y="72107"/>
                </a:cubicBezTo>
                <a:lnTo>
                  <a:pt x="122039" y="34193"/>
                </a:lnTo>
                <a:cubicBezTo>
                  <a:pt x="122039" y="23403"/>
                  <a:pt x="112961" y="15329"/>
                  <a:pt x="102171" y="13506"/>
                </a:cubicBezTo>
                <a:cubicBezTo>
                  <a:pt x="88850" y="11311"/>
                  <a:pt x="74377" y="11423"/>
                  <a:pt x="62433" y="13543"/>
                </a:cubicBezTo>
                <a:cubicBezTo>
                  <a:pt x="45616" y="16520"/>
                  <a:pt x="42565" y="22733"/>
                  <a:pt x="42565" y="34230"/>
                </a:cubicBezTo>
                <a:lnTo>
                  <a:pt x="42565" y="49374"/>
                </a:lnTo>
                <a:lnTo>
                  <a:pt x="82339" y="49374"/>
                </a:lnTo>
                <a:lnTo>
                  <a:pt x="82339" y="54434"/>
                </a:lnTo>
                <a:lnTo>
                  <a:pt x="27645" y="54434"/>
                </a:lnTo>
                <a:cubicBezTo>
                  <a:pt x="16073" y="54434"/>
                  <a:pt x="5953" y="61392"/>
                  <a:pt x="2791" y="74600"/>
                </a:cubicBezTo>
                <a:cubicBezTo>
                  <a:pt x="-856" y="89743"/>
                  <a:pt x="-1005" y="99194"/>
                  <a:pt x="2791" y="115007"/>
                </a:cubicBezTo>
                <a:cubicBezTo>
                  <a:pt x="5618" y="126764"/>
                  <a:pt x="12353" y="135173"/>
                  <a:pt x="23924" y="135173"/>
                </a:cubicBezTo>
                <a:lnTo>
                  <a:pt x="37579" y="135173"/>
                </a:lnTo>
                <a:lnTo>
                  <a:pt x="37579" y="117016"/>
                </a:lnTo>
                <a:cubicBezTo>
                  <a:pt x="37579" y="103882"/>
                  <a:pt x="48927" y="92311"/>
                  <a:pt x="62433" y="92311"/>
                </a:cubicBezTo>
                <a:close/>
                <a:moveTo>
                  <a:pt x="59978" y="24073"/>
                </a:moveTo>
                <a:cubicBezTo>
                  <a:pt x="64167" y="24073"/>
                  <a:pt x="67568" y="27474"/>
                  <a:pt x="67568" y="31663"/>
                </a:cubicBezTo>
                <a:cubicBezTo>
                  <a:pt x="67568" y="35852"/>
                  <a:pt x="64167" y="39253"/>
                  <a:pt x="59978" y="39253"/>
                </a:cubicBezTo>
                <a:cubicBezTo>
                  <a:pt x="55789" y="39253"/>
                  <a:pt x="52387" y="35852"/>
                  <a:pt x="52387" y="31663"/>
                </a:cubicBezTo>
                <a:cubicBezTo>
                  <a:pt x="52387" y="27474"/>
                  <a:pt x="55789" y="24073"/>
                  <a:pt x="59978" y="2407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4974167" y="1818219"/>
            <a:ext cx="1362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Python Backend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421717" y="233256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20" name="Text 18"/>
          <p:cNvSpPr/>
          <p:nvPr/>
        </p:nvSpPr>
        <p:spPr>
          <a:xfrm>
            <a:off x="4669367" y="2294469"/>
            <a:ext cx="1971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FastAPI 12 endpoint đầy đủ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421717" y="263736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22" name="Text 20"/>
          <p:cNvSpPr/>
          <p:nvPr/>
        </p:nvSpPr>
        <p:spPr>
          <a:xfrm>
            <a:off x="4669367" y="2599269"/>
            <a:ext cx="1476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Swagger UI tự động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421717" y="294216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24" name="Text 22"/>
          <p:cNvSpPr/>
          <p:nvPr/>
        </p:nvSpPr>
        <p:spPr>
          <a:xfrm>
            <a:off x="4669367" y="2904069"/>
            <a:ext cx="133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SQLite tự khởi tạo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106834" y="1566333"/>
            <a:ext cx="3704167" cy="1722967"/>
          </a:xfrm>
          <a:custGeom>
            <a:avLst/>
            <a:gdLst/>
            <a:ahLst/>
            <a:cxnLst/>
            <a:rect l="l" t="t" r="r" b="b"/>
            <a:pathLst>
              <a:path w="3704167" h="1722967">
                <a:moveTo>
                  <a:pt x="228603" y="0"/>
                </a:moveTo>
                <a:lnTo>
                  <a:pt x="3475563" y="0"/>
                </a:lnTo>
                <a:cubicBezTo>
                  <a:pt x="3601818" y="0"/>
                  <a:pt x="3704167" y="102349"/>
                  <a:pt x="3704167" y="228603"/>
                </a:cubicBezTo>
                <a:lnTo>
                  <a:pt x="3704167" y="1494363"/>
                </a:lnTo>
                <a:cubicBezTo>
                  <a:pt x="3704167" y="1620618"/>
                  <a:pt x="3601818" y="1722967"/>
                  <a:pt x="3475563" y="1722967"/>
                </a:cubicBezTo>
                <a:lnTo>
                  <a:pt x="228603" y="1722967"/>
                </a:lnTo>
                <a:cubicBezTo>
                  <a:pt x="102349" y="1722967"/>
                  <a:pt x="0" y="1620618"/>
                  <a:pt x="0" y="1494363"/>
                </a:cubicBezTo>
                <a:lnTo>
                  <a:pt x="0" y="228603"/>
                </a:lnTo>
                <a:cubicBezTo>
                  <a:pt x="0" y="102349"/>
                  <a:pt x="102349" y="0"/>
                  <a:pt x="228603" y="0"/>
                </a:cubicBezTo>
                <a:close/>
              </a:path>
            </a:pathLst>
          </a:custGeom>
          <a:gradFill flip="none" rotWithShape="1">
            <a:gsLst>
              <a:gs pos="0">
                <a:srgbClr val="ECFEFF"/>
              </a:gs>
              <a:gs pos="100000">
                <a:srgbClr val="EFF6FF"/>
              </a:gs>
            </a:gsLst>
            <a:lin ang="2700000" scaled="1"/>
          </a:gradFill>
          <a:ln w="11289">
            <a:solidFill>
              <a:srgbClr val="CEFAF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63467" y="172296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52398" y="0"/>
                </a:moveTo>
                <a:lnTo>
                  <a:pt x="304802" y="0"/>
                </a:lnTo>
                <a:cubicBezTo>
                  <a:pt x="388913" y="0"/>
                  <a:pt x="457200" y="68287"/>
                  <a:pt x="457200" y="152398"/>
                </a:cubicBezTo>
                <a:lnTo>
                  <a:pt x="457200" y="304802"/>
                </a:lnTo>
                <a:cubicBezTo>
                  <a:pt x="457200" y="388913"/>
                  <a:pt x="388913" y="457200"/>
                  <a:pt x="304802" y="457200"/>
                </a:cubicBezTo>
                <a:lnTo>
                  <a:pt x="152398" y="457200"/>
                </a:lnTo>
                <a:cubicBezTo>
                  <a:pt x="68287" y="457200"/>
                  <a:pt x="0" y="388913"/>
                  <a:pt x="0" y="3048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00B8DB"/>
          </a:solidFill>
          <a:ln/>
        </p:spPr>
      </p:sp>
      <p:sp>
        <p:nvSpPr>
          <p:cNvPr id="27" name="Shape 25"/>
          <p:cNvSpPr/>
          <p:nvPr/>
        </p:nvSpPr>
        <p:spPr>
          <a:xfrm>
            <a:off x="8396817" y="185631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55600" y="65931"/>
                </a:moveTo>
                <a:cubicBezTo>
                  <a:pt x="153591" y="65261"/>
                  <a:pt x="151581" y="64629"/>
                  <a:pt x="149572" y="64033"/>
                </a:cubicBezTo>
                <a:cubicBezTo>
                  <a:pt x="149907" y="62657"/>
                  <a:pt x="150205" y="61280"/>
                  <a:pt x="150502" y="59903"/>
                </a:cubicBezTo>
                <a:cubicBezTo>
                  <a:pt x="155079" y="37728"/>
                  <a:pt x="152065" y="19906"/>
                  <a:pt x="141908" y="14027"/>
                </a:cubicBezTo>
                <a:cubicBezTo>
                  <a:pt x="132122" y="8409"/>
                  <a:pt x="116160" y="14250"/>
                  <a:pt x="100012" y="28315"/>
                </a:cubicBezTo>
                <a:cubicBezTo>
                  <a:pt x="98413" y="29691"/>
                  <a:pt x="96850" y="31142"/>
                  <a:pt x="95362" y="32593"/>
                </a:cubicBezTo>
                <a:cubicBezTo>
                  <a:pt x="94357" y="31626"/>
                  <a:pt x="93315" y="30659"/>
                  <a:pt x="92273" y="29728"/>
                </a:cubicBezTo>
                <a:cubicBezTo>
                  <a:pt x="75344" y="14697"/>
                  <a:pt x="58378" y="8372"/>
                  <a:pt x="48220" y="14287"/>
                </a:cubicBezTo>
                <a:cubicBezTo>
                  <a:pt x="38472" y="19943"/>
                  <a:pt x="35570" y="36723"/>
                  <a:pt x="39663" y="57708"/>
                </a:cubicBezTo>
                <a:cubicBezTo>
                  <a:pt x="40072" y="59792"/>
                  <a:pt x="40518" y="61838"/>
                  <a:pt x="41039" y="63922"/>
                </a:cubicBezTo>
                <a:cubicBezTo>
                  <a:pt x="38658" y="64591"/>
                  <a:pt x="36314" y="65336"/>
                  <a:pt x="34119" y="66117"/>
                </a:cubicBezTo>
                <a:cubicBezTo>
                  <a:pt x="14250" y="73000"/>
                  <a:pt x="0" y="83865"/>
                  <a:pt x="0" y="95101"/>
                </a:cubicBezTo>
                <a:cubicBezTo>
                  <a:pt x="0" y="106710"/>
                  <a:pt x="15180" y="118356"/>
                  <a:pt x="35830" y="125425"/>
                </a:cubicBezTo>
                <a:cubicBezTo>
                  <a:pt x="37505" y="125983"/>
                  <a:pt x="39179" y="126541"/>
                  <a:pt x="40891" y="127025"/>
                </a:cubicBezTo>
                <a:cubicBezTo>
                  <a:pt x="40332" y="129257"/>
                  <a:pt x="39849" y="131452"/>
                  <a:pt x="39402" y="133722"/>
                </a:cubicBezTo>
                <a:cubicBezTo>
                  <a:pt x="35496" y="154372"/>
                  <a:pt x="38546" y="170743"/>
                  <a:pt x="48295" y="176361"/>
                </a:cubicBezTo>
                <a:cubicBezTo>
                  <a:pt x="58341" y="182166"/>
                  <a:pt x="75233" y="176213"/>
                  <a:pt x="91678" y="161813"/>
                </a:cubicBezTo>
                <a:cubicBezTo>
                  <a:pt x="92980" y="160660"/>
                  <a:pt x="94283" y="159469"/>
                  <a:pt x="95585" y="158204"/>
                </a:cubicBezTo>
                <a:cubicBezTo>
                  <a:pt x="97222" y="159804"/>
                  <a:pt x="98933" y="161330"/>
                  <a:pt x="100645" y="162818"/>
                </a:cubicBezTo>
                <a:cubicBezTo>
                  <a:pt x="116570" y="176510"/>
                  <a:pt x="132308" y="182054"/>
                  <a:pt x="142019" y="176436"/>
                </a:cubicBezTo>
                <a:cubicBezTo>
                  <a:pt x="152065" y="170631"/>
                  <a:pt x="155339" y="153033"/>
                  <a:pt x="151098" y="131601"/>
                </a:cubicBezTo>
                <a:cubicBezTo>
                  <a:pt x="150763" y="129964"/>
                  <a:pt x="150391" y="128290"/>
                  <a:pt x="149982" y="126578"/>
                </a:cubicBezTo>
                <a:cubicBezTo>
                  <a:pt x="151172" y="126243"/>
                  <a:pt x="152326" y="125871"/>
                  <a:pt x="153479" y="125499"/>
                </a:cubicBezTo>
                <a:cubicBezTo>
                  <a:pt x="174947" y="118393"/>
                  <a:pt x="190500" y="106896"/>
                  <a:pt x="190500" y="95101"/>
                </a:cubicBezTo>
                <a:cubicBezTo>
                  <a:pt x="190500" y="83827"/>
                  <a:pt x="175840" y="72889"/>
                  <a:pt x="155600" y="65931"/>
                </a:cubicBezTo>
                <a:close/>
                <a:moveTo>
                  <a:pt x="105259" y="34342"/>
                </a:moveTo>
                <a:cubicBezTo>
                  <a:pt x="119100" y="22287"/>
                  <a:pt x="132011" y="17562"/>
                  <a:pt x="137889" y="20948"/>
                </a:cubicBezTo>
                <a:cubicBezTo>
                  <a:pt x="144177" y="24557"/>
                  <a:pt x="146596" y="39142"/>
                  <a:pt x="142652" y="58303"/>
                </a:cubicBezTo>
                <a:cubicBezTo>
                  <a:pt x="142391" y="59568"/>
                  <a:pt x="142131" y="60796"/>
                  <a:pt x="141796" y="62024"/>
                </a:cubicBezTo>
                <a:cubicBezTo>
                  <a:pt x="133536" y="60164"/>
                  <a:pt x="125164" y="58824"/>
                  <a:pt x="116756" y="58080"/>
                </a:cubicBezTo>
                <a:cubicBezTo>
                  <a:pt x="111919" y="51160"/>
                  <a:pt x="106635" y="44537"/>
                  <a:pt x="100905" y="38323"/>
                </a:cubicBezTo>
                <a:cubicBezTo>
                  <a:pt x="102357" y="36947"/>
                  <a:pt x="103770" y="35644"/>
                  <a:pt x="105259" y="34342"/>
                </a:cubicBezTo>
                <a:close/>
                <a:moveTo>
                  <a:pt x="62210" y="114412"/>
                </a:moveTo>
                <a:cubicBezTo>
                  <a:pt x="64108" y="117649"/>
                  <a:pt x="66042" y="120886"/>
                  <a:pt x="68089" y="124048"/>
                </a:cubicBezTo>
                <a:cubicBezTo>
                  <a:pt x="62285" y="123416"/>
                  <a:pt x="56517" y="122486"/>
                  <a:pt x="50825" y="121258"/>
                </a:cubicBezTo>
                <a:cubicBezTo>
                  <a:pt x="52462" y="115900"/>
                  <a:pt x="54508" y="110356"/>
                  <a:pt x="56890" y="104701"/>
                </a:cubicBezTo>
                <a:cubicBezTo>
                  <a:pt x="58601" y="107975"/>
                  <a:pt x="60350" y="111212"/>
                  <a:pt x="62210" y="114412"/>
                </a:cubicBezTo>
                <a:close/>
                <a:moveTo>
                  <a:pt x="50936" y="69652"/>
                </a:moveTo>
                <a:cubicBezTo>
                  <a:pt x="56294" y="68461"/>
                  <a:pt x="61987" y="67494"/>
                  <a:pt x="67903" y="66749"/>
                </a:cubicBezTo>
                <a:cubicBezTo>
                  <a:pt x="65931" y="69838"/>
                  <a:pt x="63996" y="73000"/>
                  <a:pt x="62173" y="76200"/>
                </a:cubicBezTo>
                <a:cubicBezTo>
                  <a:pt x="60350" y="79363"/>
                  <a:pt x="58564" y="82600"/>
                  <a:pt x="56890" y="85874"/>
                </a:cubicBezTo>
                <a:cubicBezTo>
                  <a:pt x="54546" y="80330"/>
                  <a:pt x="52574" y="74898"/>
                  <a:pt x="50936" y="69652"/>
                </a:cubicBezTo>
                <a:close/>
                <a:moveTo>
                  <a:pt x="61131" y="95287"/>
                </a:moveTo>
                <a:cubicBezTo>
                  <a:pt x="63587" y="90153"/>
                  <a:pt x="66266" y="85130"/>
                  <a:pt x="69093" y="80181"/>
                </a:cubicBezTo>
                <a:cubicBezTo>
                  <a:pt x="71921" y="75233"/>
                  <a:pt x="74972" y="70433"/>
                  <a:pt x="78172" y="65708"/>
                </a:cubicBezTo>
                <a:cubicBezTo>
                  <a:pt x="83753" y="65298"/>
                  <a:pt x="89446" y="65075"/>
                  <a:pt x="95250" y="65075"/>
                </a:cubicBezTo>
                <a:cubicBezTo>
                  <a:pt x="101054" y="65075"/>
                  <a:pt x="106784" y="65298"/>
                  <a:pt x="112328" y="65708"/>
                </a:cubicBezTo>
                <a:cubicBezTo>
                  <a:pt x="115491" y="70396"/>
                  <a:pt x="118504" y="75195"/>
                  <a:pt x="121369" y="80107"/>
                </a:cubicBezTo>
                <a:cubicBezTo>
                  <a:pt x="124234" y="85018"/>
                  <a:pt x="126913" y="90041"/>
                  <a:pt x="129443" y="95138"/>
                </a:cubicBezTo>
                <a:cubicBezTo>
                  <a:pt x="126950" y="100273"/>
                  <a:pt x="124271" y="105333"/>
                  <a:pt x="121407" y="110319"/>
                </a:cubicBezTo>
                <a:cubicBezTo>
                  <a:pt x="118579" y="115267"/>
                  <a:pt x="115565" y="120067"/>
                  <a:pt x="112402" y="124830"/>
                </a:cubicBezTo>
                <a:cubicBezTo>
                  <a:pt x="106859" y="125239"/>
                  <a:pt x="101092" y="125425"/>
                  <a:pt x="95250" y="125425"/>
                </a:cubicBezTo>
                <a:cubicBezTo>
                  <a:pt x="89408" y="125425"/>
                  <a:pt x="83753" y="125239"/>
                  <a:pt x="78284" y="124904"/>
                </a:cubicBezTo>
                <a:cubicBezTo>
                  <a:pt x="75047" y="120179"/>
                  <a:pt x="71996" y="115342"/>
                  <a:pt x="69131" y="110393"/>
                </a:cubicBezTo>
                <a:cubicBezTo>
                  <a:pt x="66266" y="105445"/>
                  <a:pt x="63624" y="100422"/>
                  <a:pt x="61131" y="95287"/>
                </a:cubicBezTo>
                <a:close/>
                <a:moveTo>
                  <a:pt x="128327" y="114337"/>
                </a:moveTo>
                <a:cubicBezTo>
                  <a:pt x="130225" y="111063"/>
                  <a:pt x="132011" y="107752"/>
                  <a:pt x="133759" y="104403"/>
                </a:cubicBezTo>
                <a:cubicBezTo>
                  <a:pt x="136141" y="109798"/>
                  <a:pt x="138224" y="115267"/>
                  <a:pt x="140047" y="120886"/>
                </a:cubicBezTo>
                <a:cubicBezTo>
                  <a:pt x="134280" y="122188"/>
                  <a:pt x="128439" y="123192"/>
                  <a:pt x="122560" y="123862"/>
                </a:cubicBezTo>
                <a:cubicBezTo>
                  <a:pt x="124569" y="120737"/>
                  <a:pt x="126467" y="117537"/>
                  <a:pt x="128327" y="114337"/>
                </a:cubicBezTo>
                <a:close/>
                <a:moveTo>
                  <a:pt x="133685" y="85874"/>
                </a:moveTo>
                <a:cubicBezTo>
                  <a:pt x="131936" y="82600"/>
                  <a:pt x="130150" y="79325"/>
                  <a:pt x="128290" y="76126"/>
                </a:cubicBezTo>
                <a:cubicBezTo>
                  <a:pt x="126467" y="72963"/>
                  <a:pt x="124569" y="69838"/>
                  <a:pt x="122597" y="66749"/>
                </a:cubicBezTo>
                <a:cubicBezTo>
                  <a:pt x="128588" y="67494"/>
                  <a:pt x="134317" y="68498"/>
                  <a:pt x="139675" y="69726"/>
                </a:cubicBezTo>
                <a:cubicBezTo>
                  <a:pt x="137964" y="75233"/>
                  <a:pt x="135954" y="80590"/>
                  <a:pt x="133685" y="85874"/>
                </a:cubicBezTo>
                <a:close/>
                <a:moveTo>
                  <a:pt x="95324" y="44016"/>
                </a:moveTo>
                <a:cubicBezTo>
                  <a:pt x="99231" y="48258"/>
                  <a:pt x="102915" y="52722"/>
                  <a:pt x="106338" y="57336"/>
                </a:cubicBezTo>
                <a:cubicBezTo>
                  <a:pt x="98971" y="57001"/>
                  <a:pt x="91567" y="57001"/>
                  <a:pt x="84200" y="57336"/>
                </a:cubicBezTo>
                <a:cubicBezTo>
                  <a:pt x="87846" y="52536"/>
                  <a:pt x="91604" y="48071"/>
                  <a:pt x="95324" y="44016"/>
                </a:cubicBezTo>
                <a:close/>
                <a:moveTo>
                  <a:pt x="52164" y="21208"/>
                </a:moveTo>
                <a:cubicBezTo>
                  <a:pt x="58415" y="17562"/>
                  <a:pt x="72293" y="22771"/>
                  <a:pt x="86916" y="35719"/>
                </a:cubicBezTo>
                <a:cubicBezTo>
                  <a:pt x="87846" y="36537"/>
                  <a:pt x="88776" y="37430"/>
                  <a:pt x="89743" y="38323"/>
                </a:cubicBezTo>
                <a:cubicBezTo>
                  <a:pt x="83976" y="44537"/>
                  <a:pt x="78656" y="51160"/>
                  <a:pt x="73782" y="58080"/>
                </a:cubicBezTo>
                <a:cubicBezTo>
                  <a:pt x="65373" y="58824"/>
                  <a:pt x="57038" y="60127"/>
                  <a:pt x="48778" y="61950"/>
                </a:cubicBezTo>
                <a:cubicBezTo>
                  <a:pt x="48295" y="60052"/>
                  <a:pt x="47885" y="58117"/>
                  <a:pt x="47476" y="56183"/>
                </a:cubicBezTo>
                <a:cubicBezTo>
                  <a:pt x="43979" y="38174"/>
                  <a:pt x="46286" y="24594"/>
                  <a:pt x="52164" y="21208"/>
                </a:cubicBezTo>
                <a:close/>
                <a:moveTo>
                  <a:pt x="43049" y="119286"/>
                </a:moveTo>
                <a:cubicBezTo>
                  <a:pt x="41486" y="118839"/>
                  <a:pt x="39960" y="118356"/>
                  <a:pt x="38435" y="117835"/>
                </a:cubicBezTo>
                <a:cubicBezTo>
                  <a:pt x="30510" y="115342"/>
                  <a:pt x="21506" y="111398"/>
                  <a:pt x="14994" y="106226"/>
                </a:cubicBezTo>
                <a:cubicBezTo>
                  <a:pt x="11237" y="103622"/>
                  <a:pt x="8706" y="99603"/>
                  <a:pt x="8000" y="95101"/>
                </a:cubicBezTo>
                <a:cubicBezTo>
                  <a:pt x="8000" y="88292"/>
                  <a:pt x="19757" y="79586"/>
                  <a:pt x="36723" y="73670"/>
                </a:cubicBezTo>
                <a:cubicBezTo>
                  <a:pt x="38844" y="72926"/>
                  <a:pt x="41002" y="72256"/>
                  <a:pt x="43160" y="71624"/>
                </a:cubicBezTo>
                <a:cubicBezTo>
                  <a:pt x="45690" y="79697"/>
                  <a:pt x="48741" y="87623"/>
                  <a:pt x="52276" y="95287"/>
                </a:cubicBezTo>
                <a:cubicBezTo>
                  <a:pt x="48704" y="103063"/>
                  <a:pt x="45616" y="111100"/>
                  <a:pt x="43049" y="119286"/>
                </a:cubicBezTo>
                <a:close/>
                <a:moveTo>
                  <a:pt x="86432" y="155749"/>
                </a:moveTo>
                <a:cubicBezTo>
                  <a:pt x="80293" y="161367"/>
                  <a:pt x="73186" y="165832"/>
                  <a:pt x="65447" y="168883"/>
                </a:cubicBezTo>
                <a:cubicBezTo>
                  <a:pt x="61317" y="170855"/>
                  <a:pt x="56555" y="171041"/>
                  <a:pt x="52313" y="169366"/>
                </a:cubicBezTo>
                <a:cubicBezTo>
                  <a:pt x="46397" y="165943"/>
                  <a:pt x="43942" y="152809"/>
                  <a:pt x="47290" y="135136"/>
                </a:cubicBezTo>
                <a:cubicBezTo>
                  <a:pt x="47699" y="133052"/>
                  <a:pt x="48146" y="130969"/>
                  <a:pt x="48667" y="128922"/>
                </a:cubicBezTo>
                <a:cubicBezTo>
                  <a:pt x="57001" y="130708"/>
                  <a:pt x="65410" y="131936"/>
                  <a:pt x="73930" y="132569"/>
                </a:cubicBezTo>
                <a:cubicBezTo>
                  <a:pt x="78842" y="139526"/>
                  <a:pt x="84237" y="146186"/>
                  <a:pt x="90004" y="152437"/>
                </a:cubicBezTo>
                <a:cubicBezTo>
                  <a:pt x="88813" y="153591"/>
                  <a:pt x="87623" y="154707"/>
                  <a:pt x="86432" y="155749"/>
                </a:cubicBezTo>
                <a:close/>
                <a:moveTo>
                  <a:pt x="95548" y="146707"/>
                </a:moveTo>
                <a:cubicBezTo>
                  <a:pt x="91753" y="142615"/>
                  <a:pt x="87957" y="138075"/>
                  <a:pt x="84274" y="133201"/>
                </a:cubicBezTo>
                <a:cubicBezTo>
                  <a:pt x="87846" y="133350"/>
                  <a:pt x="91529" y="133424"/>
                  <a:pt x="95250" y="133424"/>
                </a:cubicBezTo>
                <a:cubicBezTo>
                  <a:pt x="99082" y="133424"/>
                  <a:pt x="102840" y="133350"/>
                  <a:pt x="106561" y="133164"/>
                </a:cubicBezTo>
                <a:cubicBezTo>
                  <a:pt x="103138" y="137889"/>
                  <a:pt x="99454" y="142391"/>
                  <a:pt x="95548" y="146707"/>
                </a:cubicBezTo>
                <a:close/>
                <a:moveTo>
                  <a:pt x="144177" y="157869"/>
                </a:moveTo>
                <a:cubicBezTo>
                  <a:pt x="143842" y="162409"/>
                  <a:pt x="141610" y="166650"/>
                  <a:pt x="138038" y="169515"/>
                </a:cubicBezTo>
                <a:cubicBezTo>
                  <a:pt x="132122" y="172938"/>
                  <a:pt x="119509" y="168473"/>
                  <a:pt x="105891" y="156790"/>
                </a:cubicBezTo>
                <a:cubicBezTo>
                  <a:pt x="104329" y="155451"/>
                  <a:pt x="102766" y="154000"/>
                  <a:pt x="101166" y="152512"/>
                </a:cubicBezTo>
                <a:cubicBezTo>
                  <a:pt x="106859" y="146224"/>
                  <a:pt x="112105" y="139564"/>
                  <a:pt x="116867" y="132569"/>
                </a:cubicBezTo>
                <a:cubicBezTo>
                  <a:pt x="125388" y="131862"/>
                  <a:pt x="133871" y="130559"/>
                  <a:pt x="142242" y="128662"/>
                </a:cubicBezTo>
                <a:cubicBezTo>
                  <a:pt x="142615" y="130187"/>
                  <a:pt x="142949" y="131713"/>
                  <a:pt x="143247" y="133201"/>
                </a:cubicBezTo>
                <a:cubicBezTo>
                  <a:pt x="145070" y="141238"/>
                  <a:pt x="145368" y="149609"/>
                  <a:pt x="144177" y="157869"/>
                </a:cubicBezTo>
                <a:close/>
                <a:moveTo>
                  <a:pt x="150949" y="117872"/>
                </a:moveTo>
                <a:cubicBezTo>
                  <a:pt x="149907" y="118207"/>
                  <a:pt x="148865" y="118542"/>
                  <a:pt x="147786" y="118839"/>
                </a:cubicBezTo>
                <a:cubicBezTo>
                  <a:pt x="145182" y="110728"/>
                  <a:pt x="141982" y="102803"/>
                  <a:pt x="138299" y="95101"/>
                </a:cubicBezTo>
                <a:cubicBezTo>
                  <a:pt x="141870" y="87511"/>
                  <a:pt x="144884" y="79697"/>
                  <a:pt x="147414" y="71698"/>
                </a:cubicBezTo>
                <a:cubicBezTo>
                  <a:pt x="149349" y="72256"/>
                  <a:pt x="151209" y="72851"/>
                  <a:pt x="152995" y="73447"/>
                </a:cubicBezTo>
                <a:cubicBezTo>
                  <a:pt x="170334" y="79400"/>
                  <a:pt x="182500" y="88255"/>
                  <a:pt x="182500" y="95027"/>
                </a:cubicBezTo>
                <a:cubicBezTo>
                  <a:pt x="182500" y="102319"/>
                  <a:pt x="169515" y="111733"/>
                  <a:pt x="150949" y="117872"/>
                </a:cubicBezTo>
                <a:close/>
                <a:moveTo>
                  <a:pt x="95250" y="112291"/>
                </a:moveTo>
                <a:cubicBezTo>
                  <a:pt x="104655" y="112291"/>
                  <a:pt x="112291" y="104655"/>
                  <a:pt x="112291" y="95250"/>
                </a:cubicBezTo>
                <a:cubicBezTo>
                  <a:pt x="112291" y="85845"/>
                  <a:pt x="104655" y="78209"/>
                  <a:pt x="95250" y="78209"/>
                </a:cubicBezTo>
                <a:cubicBezTo>
                  <a:pt x="85845" y="78209"/>
                  <a:pt x="78209" y="85845"/>
                  <a:pt x="78209" y="95250"/>
                </a:cubicBezTo>
                <a:cubicBezTo>
                  <a:pt x="78209" y="104655"/>
                  <a:pt x="85845" y="112291"/>
                  <a:pt x="95250" y="11229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8834967" y="1818219"/>
            <a:ext cx="1666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JavaScript Frontend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282517" y="233256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30" name="Text 28"/>
          <p:cNvSpPr/>
          <p:nvPr/>
        </p:nvSpPr>
        <p:spPr>
          <a:xfrm>
            <a:off x="8530167" y="2294469"/>
            <a:ext cx="167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React + Vite port 3000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282517" y="263736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32" name="Text 30"/>
          <p:cNvSpPr/>
          <p:nvPr/>
        </p:nvSpPr>
        <p:spPr>
          <a:xfrm>
            <a:off x="8530167" y="2599269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 màn hình từ Figma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282517" y="294216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34" name="Text 32"/>
          <p:cNvSpPr/>
          <p:nvPr/>
        </p:nvSpPr>
        <p:spPr>
          <a:xfrm>
            <a:off x="8530167" y="2904069"/>
            <a:ext cx="167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Kết nối API thành công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85233" y="3450167"/>
            <a:ext cx="3704167" cy="1722967"/>
          </a:xfrm>
          <a:custGeom>
            <a:avLst/>
            <a:gdLst/>
            <a:ahLst/>
            <a:cxnLst/>
            <a:rect l="l" t="t" r="r" b="b"/>
            <a:pathLst>
              <a:path w="3704167" h="1722967">
                <a:moveTo>
                  <a:pt x="228603" y="0"/>
                </a:moveTo>
                <a:lnTo>
                  <a:pt x="3475563" y="0"/>
                </a:lnTo>
                <a:cubicBezTo>
                  <a:pt x="3601818" y="0"/>
                  <a:pt x="3704167" y="102349"/>
                  <a:pt x="3704167" y="228603"/>
                </a:cubicBezTo>
                <a:lnTo>
                  <a:pt x="3704167" y="1494363"/>
                </a:lnTo>
                <a:cubicBezTo>
                  <a:pt x="3704167" y="1620618"/>
                  <a:pt x="3601818" y="1722967"/>
                  <a:pt x="3475563" y="1722967"/>
                </a:cubicBezTo>
                <a:lnTo>
                  <a:pt x="228603" y="1722967"/>
                </a:lnTo>
                <a:cubicBezTo>
                  <a:pt x="102349" y="1722967"/>
                  <a:pt x="0" y="1620618"/>
                  <a:pt x="0" y="1494363"/>
                </a:cubicBezTo>
                <a:lnTo>
                  <a:pt x="0" y="228603"/>
                </a:lnTo>
                <a:cubicBezTo>
                  <a:pt x="0" y="102349"/>
                  <a:pt x="102349" y="0"/>
                  <a:pt x="228603" y="0"/>
                </a:cubicBezTo>
                <a:close/>
              </a:path>
            </a:pathLst>
          </a:custGeom>
          <a:gradFill flip="none" rotWithShape="1">
            <a:gsLst>
              <a:gs pos="0">
                <a:srgbClr val="FFF7ED"/>
              </a:gs>
              <a:gs pos="100000">
                <a:srgbClr val="FFFBEB"/>
              </a:gs>
            </a:gsLst>
            <a:lin ang="2700000" scaled="1"/>
          </a:gradFill>
          <a:ln w="11289">
            <a:solidFill>
              <a:srgbClr val="FFEDD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1867" y="360679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52398" y="0"/>
                </a:moveTo>
                <a:lnTo>
                  <a:pt x="304802" y="0"/>
                </a:lnTo>
                <a:cubicBezTo>
                  <a:pt x="388913" y="0"/>
                  <a:pt x="457200" y="68287"/>
                  <a:pt x="457200" y="152398"/>
                </a:cubicBezTo>
                <a:lnTo>
                  <a:pt x="457200" y="304802"/>
                </a:lnTo>
                <a:cubicBezTo>
                  <a:pt x="457200" y="388913"/>
                  <a:pt x="388913" y="457200"/>
                  <a:pt x="304802" y="457200"/>
                </a:cubicBezTo>
                <a:lnTo>
                  <a:pt x="152398" y="457200"/>
                </a:lnTo>
                <a:cubicBezTo>
                  <a:pt x="68287" y="457200"/>
                  <a:pt x="0" y="388913"/>
                  <a:pt x="0" y="3048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FF6900"/>
          </a:solidFill>
          <a:ln/>
        </p:spPr>
      </p:sp>
      <p:sp>
        <p:nvSpPr>
          <p:cNvPr id="37" name="Shape 35"/>
          <p:cNvSpPr/>
          <p:nvPr/>
        </p:nvSpPr>
        <p:spPr>
          <a:xfrm>
            <a:off x="699029" y="3740148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3361" y="116421"/>
                </a:moveTo>
                <a:cubicBezTo>
                  <a:pt x="107007" y="113928"/>
                  <a:pt x="112068" y="111770"/>
                  <a:pt x="112068" y="111770"/>
                </a:cubicBezTo>
                <a:cubicBezTo>
                  <a:pt x="112068" y="111770"/>
                  <a:pt x="97668" y="114374"/>
                  <a:pt x="83344" y="115565"/>
                </a:cubicBezTo>
                <a:cubicBezTo>
                  <a:pt x="65819" y="117016"/>
                  <a:pt x="46992" y="117314"/>
                  <a:pt x="37542" y="116049"/>
                </a:cubicBezTo>
                <a:cubicBezTo>
                  <a:pt x="15180" y="113072"/>
                  <a:pt x="49820" y="104849"/>
                  <a:pt x="49820" y="104849"/>
                </a:cubicBezTo>
                <a:cubicBezTo>
                  <a:pt x="49820" y="104849"/>
                  <a:pt x="36388" y="103956"/>
                  <a:pt x="19831" y="111919"/>
                </a:cubicBezTo>
                <a:cubicBezTo>
                  <a:pt x="298" y="121369"/>
                  <a:pt x="68200" y="125685"/>
                  <a:pt x="103361" y="116421"/>
                </a:cubicBezTo>
                <a:close/>
                <a:moveTo>
                  <a:pt x="71586" y="104477"/>
                </a:moveTo>
                <a:cubicBezTo>
                  <a:pt x="64517" y="88590"/>
                  <a:pt x="40667" y="74637"/>
                  <a:pt x="71586" y="50229"/>
                </a:cubicBezTo>
                <a:cubicBezTo>
                  <a:pt x="110170" y="19794"/>
                  <a:pt x="90376" y="0"/>
                  <a:pt x="90376" y="0"/>
                </a:cubicBezTo>
                <a:cubicBezTo>
                  <a:pt x="98375" y="31440"/>
                  <a:pt x="62247" y="40965"/>
                  <a:pt x="49188" y="60499"/>
                </a:cubicBezTo>
                <a:cubicBezTo>
                  <a:pt x="40295" y="73856"/>
                  <a:pt x="53541" y="88181"/>
                  <a:pt x="71586" y="104477"/>
                </a:cubicBezTo>
                <a:close/>
                <a:moveTo>
                  <a:pt x="114226" y="38919"/>
                </a:moveTo>
                <a:cubicBezTo>
                  <a:pt x="114263" y="38919"/>
                  <a:pt x="49039" y="55215"/>
                  <a:pt x="80181" y="91083"/>
                </a:cubicBezTo>
                <a:cubicBezTo>
                  <a:pt x="89371" y="101650"/>
                  <a:pt x="77763" y="111175"/>
                  <a:pt x="77763" y="111175"/>
                </a:cubicBezTo>
                <a:cubicBezTo>
                  <a:pt x="77763" y="111175"/>
                  <a:pt x="101092" y="99120"/>
                  <a:pt x="90376" y="84051"/>
                </a:cubicBezTo>
                <a:cubicBezTo>
                  <a:pt x="80367" y="69986"/>
                  <a:pt x="72703" y="62992"/>
                  <a:pt x="114226" y="38919"/>
                </a:cubicBezTo>
                <a:close/>
                <a:moveTo>
                  <a:pt x="111956" y="139564"/>
                </a:moveTo>
                <a:cubicBezTo>
                  <a:pt x="111770" y="139936"/>
                  <a:pt x="111509" y="140233"/>
                  <a:pt x="111212" y="140531"/>
                </a:cubicBezTo>
                <a:cubicBezTo>
                  <a:pt x="158948" y="127992"/>
                  <a:pt x="141387" y="96292"/>
                  <a:pt x="118579" y="104329"/>
                </a:cubicBezTo>
                <a:cubicBezTo>
                  <a:pt x="117351" y="104775"/>
                  <a:pt x="116272" y="105594"/>
                  <a:pt x="115528" y="106673"/>
                </a:cubicBezTo>
                <a:cubicBezTo>
                  <a:pt x="116867" y="106189"/>
                  <a:pt x="118244" y="105817"/>
                  <a:pt x="119621" y="105556"/>
                </a:cubicBezTo>
                <a:cubicBezTo>
                  <a:pt x="131155" y="103138"/>
                  <a:pt x="147712" y="120997"/>
                  <a:pt x="111956" y="139564"/>
                </a:cubicBezTo>
                <a:close/>
                <a:moveTo>
                  <a:pt x="129480" y="162744"/>
                </a:moveTo>
                <a:cubicBezTo>
                  <a:pt x="129480" y="162744"/>
                  <a:pt x="134875" y="167171"/>
                  <a:pt x="123565" y="170631"/>
                </a:cubicBezTo>
                <a:cubicBezTo>
                  <a:pt x="102022" y="177143"/>
                  <a:pt x="33970" y="179115"/>
                  <a:pt x="15069" y="170892"/>
                </a:cubicBezTo>
                <a:cubicBezTo>
                  <a:pt x="8260" y="167953"/>
                  <a:pt x="21022" y="163823"/>
                  <a:pt x="25040" y="162967"/>
                </a:cubicBezTo>
                <a:cubicBezTo>
                  <a:pt x="29208" y="162074"/>
                  <a:pt x="31626" y="162223"/>
                  <a:pt x="31626" y="162223"/>
                </a:cubicBezTo>
                <a:cubicBezTo>
                  <a:pt x="24073" y="156902"/>
                  <a:pt x="-17227" y="172678"/>
                  <a:pt x="10641" y="177180"/>
                </a:cubicBezTo>
                <a:cubicBezTo>
                  <a:pt x="86618" y="189533"/>
                  <a:pt x="149200" y="171636"/>
                  <a:pt x="129480" y="162744"/>
                </a:cubicBezTo>
                <a:close/>
                <a:moveTo>
                  <a:pt x="46323" y="147340"/>
                </a:moveTo>
                <a:cubicBezTo>
                  <a:pt x="17041" y="155525"/>
                  <a:pt x="64145" y="172417"/>
                  <a:pt x="101426" y="156456"/>
                </a:cubicBezTo>
                <a:cubicBezTo>
                  <a:pt x="97780" y="155042"/>
                  <a:pt x="94283" y="153330"/>
                  <a:pt x="90934" y="151321"/>
                </a:cubicBezTo>
                <a:cubicBezTo>
                  <a:pt x="74302" y="154484"/>
                  <a:pt x="66601" y="154707"/>
                  <a:pt x="51495" y="152995"/>
                </a:cubicBezTo>
                <a:cubicBezTo>
                  <a:pt x="39030" y="151581"/>
                  <a:pt x="46323" y="147340"/>
                  <a:pt x="46323" y="147340"/>
                </a:cubicBezTo>
                <a:close/>
                <a:moveTo>
                  <a:pt x="113221" y="183505"/>
                </a:moveTo>
                <a:cubicBezTo>
                  <a:pt x="83939" y="189012"/>
                  <a:pt x="47811" y="188379"/>
                  <a:pt x="26417" y="184845"/>
                </a:cubicBezTo>
                <a:cubicBezTo>
                  <a:pt x="26417" y="184807"/>
                  <a:pt x="30807" y="188454"/>
                  <a:pt x="53355" y="189905"/>
                </a:cubicBezTo>
                <a:cubicBezTo>
                  <a:pt x="87660" y="192100"/>
                  <a:pt x="140345" y="188677"/>
                  <a:pt x="141573" y="172455"/>
                </a:cubicBezTo>
                <a:cubicBezTo>
                  <a:pt x="141573" y="172455"/>
                  <a:pt x="139192" y="178594"/>
                  <a:pt x="113221" y="183505"/>
                </a:cubicBezTo>
                <a:close/>
                <a:moveTo>
                  <a:pt x="96999" y="131341"/>
                </a:moveTo>
                <a:cubicBezTo>
                  <a:pt x="74972" y="135582"/>
                  <a:pt x="62210" y="135471"/>
                  <a:pt x="46100" y="133796"/>
                </a:cubicBezTo>
                <a:cubicBezTo>
                  <a:pt x="33635" y="132494"/>
                  <a:pt x="41783" y="126467"/>
                  <a:pt x="41783" y="126467"/>
                </a:cubicBezTo>
                <a:cubicBezTo>
                  <a:pt x="9488" y="137182"/>
                  <a:pt x="59717" y="149312"/>
                  <a:pt x="104849" y="136103"/>
                </a:cubicBezTo>
                <a:cubicBezTo>
                  <a:pt x="101947" y="135062"/>
                  <a:pt x="99268" y="133462"/>
                  <a:pt x="96999" y="13134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1113367" y="3702048"/>
            <a:ext cx="123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Java Migration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60917" y="421639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40" name="Text 38"/>
          <p:cNvSpPr/>
          <p:nvPr/>
        </p:nvSpPr>
        <p:spPr>
          <a:xfrm>
            <a:off x="808567" y="4178298"/>
            <a:ext cx="1714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Spring Boot hoàn chỉnh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60917" y="452119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42" name="Text 40"/>
          <p:cNvSpPr/>
          <p:nvPr/>
        </p:nvSpPr>
        <p:spPr>
          <a:xfrm>
            <a:off x="808567" y="4483098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12 file Java + config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560917" y="482599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44" name="Text 42"/>
          <p:cNvSpPr/>
          <p:nvPr/>
        </p:nvSpPr>
        <p:spPr>
          <a:xfrm>
            <a:off x="808567" y="4787898"/>
            <a:ext cx="1638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Swagger UI port 8080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246033" y="3450167"/>
            <a:ext cx="3704167" cy="1722967"/>
          </a:xfrm>
          <a:custGeom>
            <a:avLst/>
            <a:gdLst/>
            <a:ahLst/>
            <a:cxnLst/>
            <a:rect l="l" t="t" r="r" b="b"/>
            <a:pathLst>
              <a:path w="3704167" h="1722967">
                <a:moveTo>
                  <a:pt x="228603" y="0"/>
                </a:moveTo>
                <a:lnTo>
                  <a:pt x="3475563" y="0"/>
                </a:lnTo>
                <a:cubicBezTo>
                  <a:pt x="3601818" y="0"/>
                  <a:pt x="3704167" y="102349"/>
                  <a:pt x="3704167" y="228603"/>
                </a:cubicBezTo>
                <a:lnTo>
                  <a:pt x="3704167" y="1494363"/>
                </a:lnTo>
                <a:cubicBezTo>
                  <a:pt x="3704167" y="1620618"/>
                  <a:pt x="3601818" y="1722967"/>
                  <a:pt x="3475563" y="1722967"/>
                </a:cubicBezTo>
                <a:lnTo>
                  <a:pt x="228603" y="1722967"/>
                </a:lnTo>
                <a:cubicBezTo>
                  <a:pt x="102349" y="1722967"/>
                  <a:pt x="0" y="1620618"/>
                  <a:pt x="0" y="1494363"/>
                </a:cubicBezTo>
                <a:lnTo>
                  <a:pt x="0" y="228603"/>
                </a:lnTo>
                <a:cubicBezTo>
                  <a:pt x="0" y="102349"/>
                  <a:pt x="102349" y="0"/>
                  <a:pt x="228603" y="0"/>
                </a:cubicBezTo>
                <a:close/>
              </a:path>
            </a:pathLst>
          </a:custGeom>
          <a:gradFill flip="none" rotWithShape="1">
            <a:gsLst>
              <a:gs pos="0">
                <a:srgbClr val="EEF2FF"/>
              </a:gs>
              <a:gs pos="100000">
                <a:srgbClr val="FAF5FF"/>
              </a:gs>
            </a:gsLst>
            <a:lin ang="2700000" scaled="1"/>
          </a:gradFill>
          <a:ln w="11289">
            <a:solidFill>
              <a:srgbClr val="E0E7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402667" y="360679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52398" y="0"/>
                </a:moveTo>
                <a:lnTo>
                  <a:pt x="304802" y="0"/>
                </a:lnTo>
                <a:cubicBezTo>
                  <a:pt x="388913" y="0"/>
                  <a:pt x="457200" y="68287"/>
                  <a:pt x="457200" y="152398"/>
                </a:cubicBezTo>
                <a:lnTo>
                  <a:pt x="457200" y="304802"/>
                </a:lnTo>
                <a:cubicBezTo>
                  <a:pt x="457200" y="388913"/>
                  <a:pt x="388913" y="457200"/>
                  <a:pt x="304802" y="457200"/>
                </a:cubicBezTo>
                <a:lnTo>
                  <a:pt x="152398" y="457200"/>
                </a:lnTo>
                <a:cubicBezTo>
                  <a:pt x="68287" y="457200"/>
                  <a:pt x="0" y="388913"/>
                  <a:pt x="0" y="3048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615FFF"/>
          </a:solidFill>
          <a:ln/>
        </p:spPr>
      </p:sp>
      <p:sp>
        <p:nvSpPr>
          <p:cNvPr id="47" name="Shape 45"/>
          <p:cNvSpPr/>
          <p:nvPr/>
        </p:nvSpPr>
        <p:spPr>
          <a:xfrm>
            <a:off x="4547923" y="3740148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0" y="11906"/>
                </a:moveTo>
                <a:lnTo>
                  <a:pt x="79846" y="11906"/>
                </a:lnTo>
                <a:lnTo>
                  <a:pt x="79846" y="91753"/>
                </a:lnTo>
                <a:lnTo>
                  <a:pt x="0" y="91753"/>
                </a:lnTo>
                <a:lnTo>
                  <a:pt x="0" y="11906"/>
                </a:lnTo>
                <a:close/>
                <a:moveTo>
                  <a:pt x="86841" y="11906"/>
                </a:moveTo>
                <a:lnTo>
                  <a:pt x="166688" y="11906"/>
                </a:lnTo>
                <a:lnTo>
                  <a:pt x="166688" y="91753"/>
                </a:lnTo>
                <a:lnTo>
                  <a:pt x="86841" y="91753"/>
                </a:lnTo>
                <a:lnTo>
                  <a:pt x="86841" y="11906"/>
                </a:lnTo>
                <a:close/>
                <a:moveTo>
                  <a:pt x="0" y="98747"/>
                </a:moveTo>
                <a:lnTo>
                  <a:pt x="79846" y="98747"/>
                </a:lnTo>
                <a:lnTo>
                  <a:pt x="79846" y="178594"/>
                </a:lnTo>
                <a:lnTo>
                  <a:pt x="0" y="178594"/>
                </a:lnTo>
                <a:lnTo>
                  <a:pt x="0" y="98747"/>
                </a:lnTo>
                <a:close/>
                <a:moveTo>
                  <a:pt x="86841" y="98747"/>
                </a:moveTo>
                <a:lnTo>
                  <a:pt x="166688" y="98747"/>
                </a:lnTo>
                <a:lnTo>
                  <a:pt x="166688" y="178594"/>
                </a:lnTo>
                <a:lnTo>
                  <a:pt x="86841" y="178594"/>
                </a:lnTo>
                <a:lnTo>
                  <a:pt x="86841" y="98747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4974167" y="3702048"/>
            <a:ext cx="1257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.NET Migration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421717" y="421639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50" name="Text 48"/>
          <p:cNvSpPr/>
          <p:nvPr/>
        </p:nvSpPr>
        <p:spPr>
          <a:xfrm>
            <a:off x="4669367" y="4178298"/>
            <a:ext cx="140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.NET 8 Minimal API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4421717" y="452119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52" name="Text 50"/>
          <p:cNvSpPr/>
          <p:nvPr/>
        </p:nvSpPr>
        <p:spPr>
          <a:xfrm>
            <a:off x="4669367" y="4483098"/>
            <a:ext cx="1781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Kestrel server port 5053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4421717" y="482599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54" name="Text 52"/>
          <p:cNvSpPr/>
          <p:nvPr/>
        </p:nvSpPr>
        <p:spPr>
          <a:xfrm>
            <a:off x="4669367" y="4787898"/>
            <a:ext cx="1419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In-memory storage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106834" y="3450167"/>
            <a:ext cx="3704167" cy="1722967"/>
          </a:xfrm>
          <a:custGeom>
            <a:avLst/>
            <a:gdLst/>
            <a:ahLst/>
            <a:cxnLst/>
            <a:rect l="l" t="t" r="r" b="b"/>
            <a:pathLst>
              <a:path w="3704167" h="1722967">
                <a:moveTo>
                  <a:pt x="228603" y="0"/>
                </a:moveTo>
                <a:lnTo>
                  <a:pt x="3475563" y="0"/>
                </a:lnTo>
                <a:cubicBezTo>
                  <a:pt x="3601818" y="0"/>
                  <a:pt x="3704167" y="102349"/>
                  <a:pt x="3704167" y="228603"/>
                </a:cubicBezTo>
                <a:lnTo>
                  <a:pt x="3704167" y="1494363"/>
                </a:lnTo>
                <a:cubicBezTo>
                  <a:pt x="3704167" y="1620618"/>
                  <a:pt x="3601818" y="1722967"/>
                  <a:pt x="3475563" y="1722967"/>
                </a:cubicBezTo>
                <a:lnTo>
                  <a:pt x="228603" y="1722967"/>
                </a:lnTo>
                <a:cubicBezTo>
                  <a:pt x="102349" y="1722967"/>
                  <a:pt x="0" y="1620618"/>
                  <a:pt x="0" y="1494363"/>
                </a:cubicBezTo>
                <a:lnTo>
                  <a:pt x="0" y="228603"/>
                </a:lnTo>
                <a:cubicBezTo>
                  <a:pt x="0" y="102349"/>
                  <a:pt x="102349" y="0"/>
                  <a:pt x="228603" y="0"/>
                </a:cubicBezTo>
                <a:close/>
              </a:path>
            </a:pathLst>
          </a:custGeom>
          <a:gradFill flip="none" rotWithShape="1">
            <a:gsLst>
              <a:gs pos="0">
                <a:srgbClr val="F0FDFA"/>
              </a:gs>
              <a:gs pos="100000">
                <a:srgbClr val="ECFEFF"/>
              </a:gs>
            </a:gsLst>
            <a:lin ang="2700000" scaled="1"/>
          </a:gradFill>
          <a:ln w="11289">
            <a:solidFill>
              <a:srgbClr val="CBFBF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263467" y="360679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52398" y="0"/>
                </a:moveTo>
                <a:lnTo>
                  <a:pt x="304802" y="0"/>
                </a:lnTo>
                <a:cubicBezTo>
                  <a:pt x="388913" y="0"/>
                  <a:pt x="457200" y="68287"/>
                  <a:pt x="457200" y="152398"/>
                </a:cubicBezTo>
                <a:lnTo>
                  <a:pt x="457200" y="304802"/>
                </a:lnTo>
                <a:cubicBezTo>
                  <a:pt x="457200" y="388913"/>
                  <a:pt x="388913" y="457200"/>
                  <a:pt x="304802" y="457200"/>
                </a:cubicBezTo>
                <a:lnTo>
                  <a:pt x="152398" y="457200"/>
                </a:lnTo>
                <a:cubicBezTo>
                  <a:pt x="68287" y="457200"/>
                  <a:pt x="0" y="388913"/>
                  <a:pt x="0" y="3048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00BBA7"/>
          </a:solidFill>
          <a:ln/>
        </p:spPr>
      </p:sp>
      <p:sp>
        <p:nvSpPr>
          <p:cNvPr id="57" name="Shape 55"/>
          <p:cNvSpPr/>
          <p:nvPr/>
        </p:nvSpPr>
        <p:spPr>
          <a:xfrm>
            <a:off x="8373004" y="3740148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30187" y="87920"/>
                </a:moveTo>
                <a:lnTo>
                  <a:pt x="105594" y="87920"/>
                </a:lnTo>
                <a:lnTo>
                  <a:pt x="105594" y="65819"/>
                </a:lnTo>
                <a:lnTo>
                  <a:pt x="130187" y="65819"/>
                </a:lnTo>
                <a:lnTo>
                  <a:pt x="130187" y="87920"/>
                </a:lnTo>
                <a:close/>
                <a:moveTo>
                  <a:pt x="130187" y="11906"/>
                </a:moveTo>
                <a:lnTo>
                  <a:pt x="105594" y="11906"/>
                </a:lnTo>
                <a:lnTo>
                  <a:pt x="105594" y="34491"/>
                </a:lnTo>
                <a:lnTo>
                  <a:pt x="130187" y="34491"/>
                </a:lnTo>
                <a:lnTo>
                  <a:pt x="130187" y="11906"/>
                </a:lnTo>
                <a:close/>
                <a:moveTo>
                  <a:pt x="159283" y="65782"/>
                </a:moveTo>
                <a:lnTo>
                  <a:pt x="134689" y="65782"/>
                </a:lnTo>
                <a:lnTo>
                  <a:pt x="134689" y="87883"/>
                </a:lnTo>
                <a:lnTo>
                  <a:pt x="159283" y="87883"/>
                </a:lnTo>
                <a:lnTo>
                  <a:pt x="159283" y="65782"/>
                </a:lnTo>
                <a:close/>
                <a:moveTo>
                  <a:pt x="101129" y="38956"/>
                </a:moveTo>
                <a:lnTo>
                  <a:pt x="76535" y="38956"/>
                </a:lnTo>
                <a:lnTo>
                  <a:pt x="76535" y="61317"/>
                </a:lnTo>
                <a:lnTo>
                  <a:pt x="101129" y="61317"/>
                </a:lnTo>
                <a:lnTo>
                  <a:pt x="101129" y="38956"/>
                </a:lnTo>
                <a:close/>
                <a:moveTo>
                  <a:pt x="130187" y="38956"/>
                </a:moveTo>
                <a:lnTo>
                  <a:pt x="105594" y="38956"/>
                </a:lnTo>
                <a:lnTo>
                  <a:pt x="105594" y="61317"/>
                </a:lnTo>
                <a:lnTo>
                  <a:pt x="130187" y="61317"/>
                </a:lnTo>
                <a:lnTo>
                  <a:pt x="130187" y="38956"/>
                </a:lnTo>
                <a:close/>
                <a:moveTo>
                  <a:pt x="233176" y="76163"/>
                </a:moveTo>
                <a:cubicBezTo>
                  <a:pt x="227819" y="72554"/>
                  <a:pt x="215466" y="71251"/>
                  <a:pt x="205978" y="73037"/>
                </a:cubicBezTo>
                <a:cubicBezTo>
                  <a:pt x="204750" y="64108"/>
                  <a:pt x="199765" y="56331"/>
                  <a:pt x="190686" y="49337"/>
                </a:cubicBezTo>
                <a:lnTo>
                  <a:pt x="185477" y="45876"/>
                </a:lnTo>
                <a:lnTo>
                  <a:pt x="182017" y="51085"/>
                </a:lnTo>
                <a:cubicBezTo>
                  <a:pt x="175171" y="61429"/>
                  <a:pt x="173310" y="78470"/>
                  <a:pt x="180640" y="89706"/>
                </a:cubicBezTo>
                <a:cubicBezTo>
                  <a:pt x="177403" y="91455"/>
                  <a:pt x="171041" y="93836"/>
                  <a:pt x="162632" y="93687"/>
                </a:cubicBezTo>
                <a:lnTo>
                  <a:pt x="893" y="93687"/>
                </a:lnTo>
                <a:cubicBezTo>
                  <a:pt x="-2344" y="112588"/>
                  <a:pt x="3051" y="137145"/>
                  <a:pt x="17264" y="154000"/>
                </a:cubicBezTo>
                <a:cubicBezTo>
                  <a:pt x="31068" y="170334"/>
                  <a:pt x="51755" y="178631"/>
                  <a:pt x="78804" y="178631"/>
                </a:cubicBezTo>
                <a:cubicBezTo>
                  <a:pt x="137368" y="178631"/>
                  <a:pt x="180715" y="151656"/>
                  <a:pt x="200992" y="102654"/>
                </a:cubicBezTo>
                <a:cubicBezTo>
                  <a:pt x="208955" y="102803"/>
                  <a:pt x="226144" y="102691"/>
                  <a:pt x="234962" y="85837"/>
                </a:cubicBezTo>
                <a:cubicBezTo>
                  <a:pt x="235521" y="84906"/>
                  <a:pt x="237418" y="80925"/>
                  <a:pt x="238125" y="79474"/>
                </a:cubicBezTo>
                <a:lnTo>
                  <a:pt x="233176" y="76163"/>
                </a:lnTo>
                <a:close/>
                <a:moveTo>
                  <a:pt x="43011" y="65782"/>
                </a:moveTo>
                <a:lnTo>
                  <a:pt x="18455" y="65782"/>
                </a:lnTo>
                <a:lnTo>
                  <a:pt x="18455" y="87883"/>
                </a:lnTo>
                <a:lnTo>
                  <a:pt x="43049" y="87883"/>
                </a:lnTo>
                <a:lnTo>
                  <a:pt x="43049" y="65782"/>
                </a:lnTo>
                <a:lnTo>
                  <a:pt x="43011" y="65782"/>
                </a:lnTo>
                <a:close/>
                <a:moveTo>
                  <a:pt x="72070" y="65782"/>
                </a:moveTo>
                <a:lnTo>
                  <a:pt x="47476" y="65782"/>
                </a:lnTo>
                <a:lnTo>
                  <a:pt x="47476" y="87883"/>
                </a:lnTo>
                <a:lnTo>
                  <a:pt x="72070" y="87883"/>
                </a:lnTo>
                <a:lnTo>
                  <a:pt x="72070" y="65782"/>
                </a:lnTo>
                <a:close/>
                <a:moveTo>
                  <a:pt x="101129" y="65782"/>
                </a:moveTo>
                <a:lnTo>
                  <a:pt x="76535" y="65782"/>
                </a:lnTo>
                <a:lnTo>
                  <a:pt x="76535" y="87883"/>
                </a:lnTo>
                <a:lnTo>
                  <a:pt x="101129" y="87883"/>
                </a:lnTo>
                <a:lnTo>
                  <a:pt x="101129" y="65782"/>
                </a:lnTo>
                <a:close/>
                <a:moveTo>
                  <a:pt x="72070" y="38956"/>
                </a:moveTo>
                <a:lnTo>
                  <a:pt x="47476" y="38956"/>
                </a:lnTo>
                <a:lnTo>
                  <a:pt x="47476" y="61317"/>
                </a:lnTo>
                <a:lnTo>
                  <a:pt x="72070" y="61317"/>
                </a:lnTo>
                <a:lnTo>
                  <a:pt x="72070" y="38956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8" name="Text 56"/>
          <p:cNvSpPr/>
          <p:nvPr/>
        </p:nvSpPr>
        <p:spPr>
          <a:xfrm>
            <a:off x="8834967" y="3702048"/>
            <a:ext cx="647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Docker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282517" y="421639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60" name="Text 58"/>
          <p:cNvSpPr/>
          <p:nvPr/>
        </p:nvSpPr>
        <p:spPr>
          <a:xfrm>
            <a:off x="8530167" y="4178298"/>
            <a:ext cx="1266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Multi-stage build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282517" y="452119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62" name="Text 60"/>
          <p:cNvSpPr/>
          <p:nvPr/>
        </p:nvSpPr>
        <p:spPr>
          <a:xfrm>
            <a:off x="8530167" y="4483098"/>
            <a:ext cx="1171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Image vibe-app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8282517" y="482599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64" name="Text 62"/>
          <p:cNvSpPr/>
          <p:nvPr/>
        </p:nvSpPr>
        <p:spPr>
          <a:xfrm>
            <a:off x="8530167" y="4787898"/>
            <a:ext cx="1343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Container running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385233" y="5334001"/>
            <a:ext cx="11419417" cy="960967"/>
          </a:xfrm>
          <a:custGeom>
            <a:avLst/>
            <a:gdLst/>
            <a:ahLst/>
            <a:cxnLst/>
            <a:rect l="l" t="t" r="r" b="b"/>
            <a:pathLst>
              <a:path w="11419417" h="960967">
                <a:moveTo>
                  <a:pt x="152400" y="0"/>
                </a:moveTo>
                <a:lnTo>
                  <a:pt x="11267017" y="0"/>
                </a:lnTo>
                <a:cubicBezTo>
                  <a:pt x="11351185" y="0"/>
                  <a:pt x="11419417" y="68232"/>
                  <a:pt x="11419417" y="152400"/>
                </a:cubicBezTo>
                <a:lnTo>
                  <a:pt x="11419417" y="808567"/>
                </a:lnTo>
                <a:cubicBezTo>
                  <a:pt x="11419417" y="892735"/>
                  <a:pt x="11351185" y="960967"/>
                  <a:pt x="11267017" y="960967"/>
                </a:cubicBezTo>
                <a:lnTo>
                  <a:pt x="152400" y="960967"/>
                </a:lnTo>
                <a:cubicBezTo>
                  <a:pt x="68288" y="960967"/>
                  <a:pt x="0" y="892679"/>
                  <a:pt x="0" y="808567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 flip="none" rotWithShape="1">
            <a:gsLst>
              <a:gs pos="0">
                <a:srgbClr val="EFF6FF"/>
              </a:gs>
              <a:gs pos="100000">
                <a:srgbClr val="FAF5FF"/>
              </a:gs>
            </a:gsLst>
            <a:lin ang="0" scaled="1"/>
          </a:gradFill>
          <a:ln w="11289">
            <a:solidFill>
              <a:srgbClr val="BEDB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78032" y="5490632"/>
            <a:ext cx="15525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gradFill flip="none" rotWithShape="1">
                  <a:gsLst>
                    <a:gs pos="0">
                      <a:srgbClr val="007AFF"/>
                    </a:gs>
                    <a:gs pos="100000">
                      <a:srgbClr val="5856D6"/>
                    </a:gs>
                  </a:gsLst>
                  <a:lin ang="2700000" scaled="1"/>
                </a:gradFill>
                <a:latin typeface="MiSans" pitchFamily="34" charset="0"/>
                <a:ea typeface="MiSans" pitchFamily="34" charset="-122"/>
                <a:cs typeface="MiSans" pitchFamily="34" charset="-120"/>
              </a:rPr>
              <a:t>6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1025657" y="5909732"/>
            <a:ext cx="1457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Chương hoàn thành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3492632" y="5585882"/>
            <a:ext cx="9525" cy="457200"/>
          </a:xfrm>
          <a:custGeom>
            <a:avLst/>
            <a:gdLst/>
            <a:ahLst/>
            <a:cxnLst/>
            <a:rect l="l" t="t" r="r" b="b"/>
            <a:pathLst>
              <a:path w="9525" h="457200">
                <a:moveTo>
                  <a:pt x="0" y="0"/>
                </a:moveTo>
                <a:lnTo>
                  <a:pt x="9525" y="0"/>
                </a:lnTo>
                <a:lnTo>
                  <a:pt x="9525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D1D5DC"/>
          </a:solidFill>
          <a:ln/>
        </p:spPr>
      </p:sp>
      <p:sp>
        <p:nvSpPr>
          <p:cNvPr id="69" name="Text 67"/>
          <p:cNvSpPr/>
          <p:nvPr/>
        </p:nvSpPr>
        <p:spPr>
          <a:xfrm>
            <a:off x="4460214" y="5490632"/>
            <a:ext cx="10763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gradFill flip="none" rotWithShape="1">
                  <a:gsLst>
                    <a:gs pos="0">
                      <a:srgbClr val="007AFF"/>
                    </a:gs>
                    <a:gs pos="100000">
                      <a:srgbClr val="5856D6"/>
                    </a:gs>
                  </a:gsLst>
                  <a:lin ang="2700000" scaled="1"/>
                </a:gradFill>
                <a:latin typeface="MiSans" pitchFamily="34" charset="0"/>
                <a:ea typeface="MiSans" pitchFamily="34" charset="-122"/>
                <a:cs typeface="MiSans" pitchFamily="34" charset="-120"/>
              </a:rPr>
              <a:t>12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4507839" y="5909732"/>
            <a:ext cx="981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Endpoint API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6489832" y="5585882"/>
            <a:ext cx="9525" cy="457200"/>
          </a:xfrm>
          <a:custGeom>
            <a:avLst/>
            <a:gdLst/>
            <a:ahLst/>
            <a:cxnLst/>
            <a:rect l="l" t="t" r="r" b="b"/>
            <a:pathLst>
              <a:path w="9525" h="457200">
                <a:moveTo>
                  <a:pt x="0" y="0"/>
                </a:moveTo>
                <a:lnTo>
                  <a:pt x="9525" y="0"/>
                </a:lnTo>
                <a:lnTo>
                  <a:pt x="9525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D1D5DC"/>
          </a:solidFill>
          <a:ln/>
        </p:spPr>
      </p:sp>
      <p:sp>
        <p:nvSpPr>
          <p:cNvPr id="72" name="Text 70"/>
          <p:cNvSpPr/>
          <p:nvPr/>
        </p:nvSpPr>
        <p:spPr>
          <a:xfrm>
            <a:off x="7457413" y="5490632"/>
            <a:ext cx="8096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gradFill flip="none" rotWithShape="1">
                  <a:gsLst>
                    <a:gs pos="0">
                      <a:srgbClr val="007AFF"/>
                    </a:gs>
                    <a:gs pos="100000">
                      <a:srgbClr val="5856D6"/>
                    </a:gs>
                  </a:gsLst>
                  <a:lin ang="2700000" scaled="1"/>
                </a:gra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7505038" y="5909732"/>
            <a:ext cx="714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Nền tảng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9228931" y="5585882"/>
            <a:ext cx="9525" cy="457200"/>
          </a:xfrm>
          <a:custGeom>
            <a:avLst/>
            <a:gdLst/>
            <a:ahLst/>
            <a:cxnLst/>
            <a:rect l="l" t="t" r="r" b="b"/>
            <a:pathLst>
              <a:path w="9525" h="457200">
                <a:moveTo>
                  <a:pt x="0" y="0"/>
                </a:moveTo>
                <a:lnTo>
                  <a:pt x="9525" y="0"/>
                </a:lnTo>
                <a:lnTo>
                  <a:pt x="9525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D1D5DC"/>
          </a:solidFill>
          <a:ln/>
        </p:spPr>
      </p:sp>
      <p:sp>
        <p:nvSpPr>
          <p:cNvPr id="75" name="Text 73"/>
          <p:cNvSpPr/>
          <p:nvPr/>
        </p:nvSpPr>
        <p:spPr>
          <a:xfrm>
            <a:off x="10196513" y="5490632"/>
            <a:ext cx="10191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gradFill flip="none" rotWithShape="1">
                  <a:gsLst>
                    <a:gs pos="0">
                      <a:srgbClr val="007AFF"/>
                    </a:gs>
                    <a:gs pos="100000">
                      <a:srgbClr val="5856D6"/>
                    </a:gs>
                  </a:gsLst>
                  <a:lin ang="2700000" scaled="1"/>
                </a:gradFill>
                <a:latin typeface="MiSans" pitchFamily="34" charset="0"/>
                <a:ea typeface="MiSans" pitchFamily="34" charset="-122"/>
                <a:cs typeface="MiSans" pitchFamily="34" charset="-120"/>
              </a:rPr>
              <a:t>100%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10244138" y="5909732"/>
            <a:ext cx="923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Tiến độ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8" grpId="0" animBg="1"/>
      <p:bldP spid="10" grpId="0" animBg="1"/>
      <p:bldP spid="12" grpId="0" animBg="1"/>
      <p:bldP spid="14" grpId="0" animBg="1"/>
      <p:bldP spid="18" grpId="0" animBg="1"/>
      <p:bldP spid="20" grpId="0" animBg="1"/>
      <p:bldP spid="22" grpId="0" animBg="1"/>
      <p:bldP spid="24" grpId="0" animBg="1"/>
      <p:bldP spid="28" grpId="0" animBg="1"/>
      <p:bldP spid="30" grpId="0" animBg="1"/>
      <p:bldP spid="32" grpId="0" animBg="1"/>
      <p:bldP spid="3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54" y="342954"/>
            <a:ext cx="11574684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kern="0" spc="108" dirty="0">
                <a:solidFill>
                  <a:srgbClr val="FE9A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EVALUATION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2954" y="617316"/>
            <a:ext cx="11660422" cy="342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30" b="1" dirty="0">
                <a:solidFill>
                  <a:srgbClr val="10182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ĐÁNH GIÁ ƯU ĐIỂM &amp; HẠN CHẾ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6764" y="1101262"/>
            <a:ext cx="5640634" cy="4088769"/>
          </a:xfrm>
          <a:custGeom>
            <a:avLst/>
            <a:gdLst/>
            <a:ahLst/>
            <a:cxnLst/>
            <a:rect l="l" t="t" r="r" b="b"/>
            <a:pathLst>
              <a:path w="5640634" h="4088769">
                <a:moveTo>
                  <a:pt x="205788" y="0"/>
                </a:moveTo>
                <a:lnTo>
                  <a:pt x="5434846" y="0"/>
                </a:lnTo>
                <a:cubicBezTo>
                  <a:pt x="5548500" y="0"/>
                  <a:pt x="5640634" y="92134"/>
                  <a:pt x="5640634" y="205788"/>
                </a:cubicBezTo>
                <a:lnTo>
                  <a:pt x="5640634" y="3882981"/>
                </a:lnTo>
                <a:cubicBezTo>
                  <a:pt x="5640634" y="3996635"/>
                  <a:pt x="5548500" y="4088769"/>
                  <a:pt x="5434846" y="4088769"/>
                </a:cubicBezTo>
                <a:lnTo>
                  <a:pt x="205788" y="4088769"/>
                </a:lnTo>
                <a:cubicBezTo>
                  <a:pt x="92134" y="4088769"/>
                  <a:pt x="0" y="3996635"/>
                  <a:pt x="0" y="3882981"/>
                </a:cubicBezTo>
                <a:lnTo>
                  <a:pt x="0" y="205788"/>
                </a:lnTo>
                <a:cubicBezTo>
                  <a:pt x="0" y="92134"/>
                  <a:pt x="92134" y="0"/>
                  <a:pt x="205788" y="0"/>
                </a:cubicBezTo>
                <a:close/>
              </a:path>
            </a:pathLst>
          </a:custGeom>
          <a:gradFill flip="none" rotWithShape="1">
            <a:gsLst>
              <a:gs pos="0">
                <a:srgbClr val="F0FDF4"/>
              </a:gs>
              <a:gs pos="100000">
                <a:srgbClr val="ECFDF5"/>
              </a:gs>
            </a:gsLst>
            <a:lin ang="2700000" scaled="1"/>
          </a:gradFill>
          <a:ln w="11289">
            <a:solidFill>
              <a:srgbClr val="DCFC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2052" y="1276548"/>
            <a:ext cx="480135" cy="480135"/>
          </a:xfrm>
          <a:custGeom>
            <a:avLst/>
            <a:gdLst/>
            <a:ahLst/>
            <a:cxnLst/>
            <a:rect l="l" t="t" r="r" b="b"/>
            <a:pathLst>
              <a:path w="480135" h="480135">
                <a:moveTo>
                  <a:pt x="137179" y="0"/>
                </a:moveTo>
                <a:lnTo>
                  <a:pt x="342956" y="0"/>
                </a:lnTo>
                <a:cubicBezTo>
                  <a:pt x="418718" y="0"/>
                  <a:pt x="480135" y="61417"/>
                  <a:pt x="480135" y="137179"/>
                </a:cubicBezTo>
                <a:lnTo>
                  <a:pt x="480135" y="342956"/>
                </a:lnTo>
                <a:cubicBezTo>
                  <a:pt x="480135" y="418718"/>
                  <a:pt x="418718" y="480135"/>
                  <a:pt x="342956" y="480135"/>
                </a:cubicBezTo>
                <a:lnTo>
                  <a:pt x="137179" y="480135"/>
                </a:lnTo>
                <a:cubicBezTo>
                  <a:pt x="61417" y="480135"/>
                  <a:pt x="0" y="418718"/>
                  <a:pt x="0" y="342956"/>
                </a:cubicBezTo>
                <a:lnTo>
                  <a:pt x="0" y="137179"/>
                </a:lnTo>
                <a:cubicBezTo>
                  <a:pt x="0" y="61417"/>
                  <a:pt x="61417" y="0"/>
                  <a:pt x="137179" y="0"/>
                </a:cubicBezTo>
                <a:close/>
              </a:path>
            </a:pathLst>
          </a:custGeom>
          <a:gradFill flip="none" rotWithShape="1">
            <a:gsLst>
              <a:gs pos="0">
                <a:srgbClr val="00C950"/>
              </a:gs>
              <a:gs pos="100000">
                <a:srgbClr val="009966"/>
              </a:gs>
            </a:gsLst>
            <a:lin ang="270000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659233" y="1413729"/>
            <a:ext cx="205772" cy="205772"/>
          </a:xfrm>
          <a:custGeom>
            <a:avLst/>
            <a:gdLst/>
            <a:ahLst/>
            <a:cxnLst/>
            <a:rect l="l" t="t" r="r" b="b"/>
            <a:pathLst>
              <a:path w="205772" h="205772">
                <a:moveTo>
                  <a:pt x="32152" y="64304"/>
                </a:moveTo>
                <a:cubicBezTo>
                  <a:pt x="39266" y="64304"/>
                  <a:pt x="45013" y="70051"/>
                  <a:pt x="45013" y="77165"/>
                </a:cubicBezTo>
                <a:lnTo>
                  <a:pt x="45013" y="180051"/>
                </a:lnTo>
                <a:cubicBezTo>
                  <a:pt x="45013" y="187164"/>
                  <a:pt x="39266" y="192911"/>
                  <a:pt x="32152" y="192911"/>
                </a:cubicBezTo>
                <a:lnTo>
                  <a:pt x="12861" y="192911"/>
                </a:lnTo>
                <a:cubicBezTo>
                  <a:pt x="5747" y="192911"/>
                  <a:pt x="0" y="187164"/>
                  <a:pt x="0" y="180051"/>
                </a:cubicBezTo>
                <a:lnTo>
                  <a:pt x="0" y="77165"/>
                </a:lnTo>
                <a:cubicBezTo>
                  <a:pt x="0" y="70051"/>
                  <a:pt x="5747" y="64304"/>
                  <a:pt x="12861" y="64304"/>
                </a:cubicBezTo>
                <a:lnTo>
                  <a:pt x="32152" y="64304"/>
                </a:lnTo>
                <a:close/>
                <a:moveTo>
                  <a:pt x="108754" y="6430"/>
                </a:moveTo>
                <a:cubicBezTo>
                  <a:pt x="119726" y="6430"/>
                  <a:pt x="128608" y="15312"/>
                  <a:pt x="128608" y="26284"/>
                </a:cubicBezTo>
                <a:lnTo>
                  <a:pt x="128608" y="27972"/>
                </a:lnTo>
                <a:cubicBezTo>
                  <a:pt x="128608" y="30705"/>
                  <a:pt x="128085" y="33438"/>
                  <a:pt x="127080" y="35970"/>
                </a:cubicBezTo>
                <a:lnTo>
                  <a:pt x="115747" y="64304"/>
                </a:lnTo>
                <a:lnTo>
                  <a:pt x="180051" y="64304"/>
                </a:lnTo>
                <a:cubicBezTo>
                  <a:pt x="190701" y="64304"/>
                  <a:pt x="199342" y="72945"/>
                  <a:pt x="199342" y="83595"/>
                </a:cubicBezTo>
                <a:cubicBezTo>
                  <a:pt x="199342" y="91512"/>
                  <a:pt x="194559" y="98304"/>
                  <a:pt x="187727" y="101278"/>
                </a:cubicBezTo>
                <a:cubicBezTo>
                  <a:pt x="194559" y="104253"/>
                  <a:pt x="199342" y="111045"/>
                  <a:pt x="199342" y="118962"/>
                </a:cubicBezTo>
                <a:cubicBezTo>
                  <a:pt x="199342" y="128366"/>
                  <a:pt x="192590" y="136203"/>
                  <a:pt x="183668" y="137891"/>
                </a:cubicBezTo>
                <a:cubicBezTo>
                  <a:pt x="185436" y="140825"/>
                  <a:pt x="186481" y="144241"/>
                  <a:pt x="186481" y="147899"/>
                </a:cubicBezTo>
                <a:cubicBezTo>
                  <a:pt x="186481" y="156821"/>
                  <a:pt x="180453" y="164296"/>
                  <a:pt x="172254" y="166507"/>
                </a:cubicBezTo>
                <a:cubicBezTo>
                  <a:pt x="173138" y="168717"/>
                  <a:pt x="173620" y="171128"/>
                  <a:pt x="173620" y="173620"/>
                </a:cubicBezTo>
                <a:cubicBezTo>
                  <a:pt x="173620" y="184271"/>
                  <a:pt x="164979" y="192911"/>
                  <a:pt x="154329" y="192911"/>
                </a:cubicBezTo>
                <a:lnTo>
                  <a:pt x="119002" y="192911"/>
                </a:lnTo>
                <a:cubicBezTo>
                  <a:pt x="104413" y="192911"/>
                  <a:pt x="90226" y="187928"/>
                  <a:pt x="78853" y="178805"/>
                </a:cubicBezTo>
                <a:lnTo>
                  <a:pt x="73949" y="174906"/>
                </a:lnTo>
                <a:cubicBezTo>
                  <a:pt x="67841" y="170043"/>
                  <a:pt x="64304" y="162648"/>
                  <a:pt x="64304" y="154811"/>
                </a:cubicBezTo>
                <a:lnTo>
                  <a:pt x="64304" y="79817"/>
                </a:lnTo>
                <a:cubicBezTo>
                  <a:pt x="64304" y="73829"/>
                  <a:pt x="65710" y="67921"/>
                  <a:pt x="68363" y="62576"/>
                </a:cubicBezTo>
                <a:lnTo>
                  <a:pt x="90950" y="17402"/>
                </a:lnTo>
                <a:cubicBezTo>
                  <a:pt x="94326" y="10691"/>
                  <a:pt x="101198" y="6430"/>
                  <a:pt x="108754" y="643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105073" y="1379434"/>
            <a:ext cx="900253" cy="274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0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Ưu điểm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37294" y="1893864"/>
            <a:ext cx="5279580" cy="651612"/>
          </a:xfrm>
          <a:custGeom>
            <a:avLst/>
            <a:gdLst/>
            <a:ahLst/>
            <a:cxnLst/>
            <a:rect l="l" t="t" r="r" b="b"/>
            <a:pathLst>
              <a:path w="5279580" h="651612">
                <a:moveTo>
                  <a:pt x="30485" y="0"/>
                </a:moveTo>
                <a:lnTo>
                  <a:pt x="5142396" y="0"/>
                </a:lnTo>
                <a:cubicBezTo>
                  <a:pt x="5218161" y="0"/>
                  <a:pt x="5279580" y="61419"/>
                  <a:pt x="5279580" y="137184"/>
                </a:cubicBezTo>
                <a:lnTo>
                  <a:pt x="5279580" y="514428"/>
                </a:lnTo>
                <a:cubicBezTo>
                  <a:pt x="5279580" y="590193"/>
                  <a:pt x="5218161" y="651612"/>
                  <a:pt x="5142396" y="651612"/>
                </a:cubicBezTo>
                <a:lnTo>
                  <a:pt x="30485" y="651612"/>
                </a:lnTo>
                <a:cubicBezTo>
                  <a:pt x="13649" y="651612"/>
                  <a:pt x="0" y="637963"/>
                  <a:pt x="0" y="621127"/>
                </a:cubicBezTo>
                <a:lnTo>
                  <a:pt x="0" y="30485"/>
                </a:lnTo>
                <a:cubicBezTo>
                  <a:pt x="0" y="13660"/>
                  <a:pt x="13660" y="0"/>
                  <a:pt x="30485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37294" y="1893864"/>
            <a:ext cx="30485" cy="651612"/>
          </a:xfrm>
          <a:custGeom>
            <a:avLst/>
            <a:gdLst/>
            <a:ahLst/>
            <a:cxnLst/>
            <a:rect l="l" t="t" r="r" b="b"/>
            <a:pathLst>
              <a:path w="30485" h="651612">
                <a:moveTo>
                  <a:pt x="30485" y="0"/>
                </a:moveTo>
                <a:lnTo>
                  <a:pt x="30485" y="0"/>
                </a:lnTo>
                <a:lnTo>
                  <a:pt x="30485" y="651612"/>
                </a:lnTo>
                <a:lnTo>
                  <a:pt x="30485" y="651612"/>
                </a:lnTo>
                <a:cubicBezTo>
                  <a:pt x="13649" y="651612"/>
                  <a:pt x="0" y="637963"/>
                  <a:pt x="0" y="621127"/>
                </a:cubicBezTo>
                <a:lnTo>
                  <a:pt x="0" y="30485"/>
                </a:lnTo>
                <a:cubicBezTo>
                  <a:pt x="0" y="13660"/>
                  <a:pt x="13660" y="0"/>
                  <a:pt x="30485" y="0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10" name="Shape 8"/>
          <p:cNvSpPr/>
          <p:nvPr/>
        </p:nvSpPr>
        <p:spPr>
          <a:xfrm>
            <a:off x="676857" y="2031045"/>
            <a:ext cx="154329" cy="154329"/>
          </a:xfrm>
          <a:custGeom>
            <a:avLst/>
            <a:gdLst/>
            <a:ahLst/>
            <a:cxnLst/>
            <a:rect l="l" t="t" r="r" b="b"/>
            <a:pathLst>
              <a:path w="154329" h="154329">
                <a:moveTo>
                  <a:pt x="70081" y="1567"/>
                </a:moveTo>
                <a:cubicBezTo>
                  <a:pt x="74572" y="-512"/>
                  <a:pt x="79757" y="-512"/>
                  <a:pt x="84248" y="1567"/>
                </a:cubicBezTo>
                <a:lnTo>
                  <a:pt x="150139" y="32011"/>
                </a:lnTo>
                <a:cubicBezTo>
                  <a:pt x="152701" y="33187"/>
                  <a:pt x="154329" y="35749"/>
                  <a:pt x="154329" y="38582"/>
                </a:cubicBezTo>
                <a:cubicBezTo>
                  <a:pt x="154329" y="41416"/>
                  <a:pt x="152701" y="43978"/>
                  <a:pt x="150139" y="45153"/>
                </a:cubicBezTo>
                <a:lnTo>
                  <a:pt x="84248" y="75597"/>
                </a:lnTo>
                <a:cubicBezTo>
                  <a:pt x="79757" y="77677"/>
                  <a:pt x="74572" y="77677"/>
                  <a:pt x="70081" y="75597"/>
                </a:cubicBezTo>
                <a:lnTo>
                  <a:pt x="4190" y="45153"/>
                </a:lnTo>
                <a:cubicBezTo>
                  <a:pt x="1628" y="43948"/>
                  <a:pt x="0" y="41386"/>
                  <a:pt x="0" y="38582"/>
                </a:cubicBezTo>
                <a:cubicBezTo>
                  <a:pt x="0" y="35779"/>
                  <a:pt x="1628" y="33187"/>
                  <a:pt x="4190" y="32011"/>
                </a:cubicBezTo>
                <a:lnTo>
                  <a:pt x="70081" y="1567"/>
                </a:lnTo>
                <a:close/>
                <a:moveTo>
                  <a:pt x="14498" y="65831"/>
                </a:moveTo>
                <a:lnTo>
                  <a:pt x="64022" y="88709"/>
                </a:lnTo>
                <a:cubicBezTo>
                  <a:pt x="72372" y="92567"/>
                  <a:pt x="81987" y="92567"/>
                  <a:pt x="90337" y="88709"/>
                </a:cubicBezTo>
                <a:lnTo>
                  <a:pt x="139861" y="65831"/>
                </a:lnTo>
                <a:lnTo>
                  <a:pt x="150139" y="70594"/>
                </a:lnTo>
                <a:cubicBezTo>
                  <a:pt x="152701" y="71769"/>
                  <a:pt x="154329" y="74331"/>
                  <a:pt x="154329" y="77165"/>
                </a:cubicBezTo>
                <a:cubicBezTo>
                  <a:pt x="154329" y="79998"/>
                  <a:pt x="152701" y="82560"/>
                  <a:pt x="150139" y="83736"/>
                </a:cubicBezTo>
                <a:lnTo>
                  <a:pt x="84248" y="114179"/>
                </a:lnTo>
                <a:cubicBezTo>
                  <a:pt x="79757" y="116259"/>
                  <a:pt x="74572" y="116259"/>
                  <a:pt x="70081" y="114179"/>
                </a:cubicBezTo>
                <a:lnTo>
                  <a:pt x="4190" y="83736"/>
                </a:lnTo>
                <a:cubicBezTo>
                  <a:pt x="1628" y="82530"/>
                  <a:pt x="0" y="79968"/>
                  <a:pt x="0" y="77165"/>
                </a:cubicBezTo>
                <a:cubicBezTo>
                  <a:pt x="0" y="74361"/>
                  <a:pt x="1628" y="71769"/>
                  <a:pt x="4190" y="70594"/>
                </a:cubicBezTo>
                <a:lnTo>
                  <a:pt x="14468" y="65831"/>
                </a:lnTo>
                <a:close/>
                <a:moveTo>
                  <a:pt x="4190" y="109176"/>
                </a:moveTo>
                <a:lnTo>
                  <a:pt x="14468" y="104413"/>
                </a:lnTo>
                <a:lnTo>
                  <a:pt x="63992" y="127291"/>
                </a:lnTo>
                <a:cubicBezTo>
                  <a:pt x="72342" y="131150"/>
                  <a:pt x="81957" y="131150"/>
                  <a:pt x="90307" y="127291"/>
                </a:cubicBezTo>
                <a:lnTo>
                  <a:pt x="139831" y="104413"/>
                </a:lnTo>
                <a:lnTo>
                  <a:pt x="150109" y="109176"/>
                </a:lnTo>
                <a:cubicBezTo>
                  <a:pt x="152671" y="110351"/>
                  <a:pt x="154299" y="112913"/>
                  <a:pt x="154299" y="115747"/>
                </a:cubicBezTo>
                <a:cubicBezTo>
                  <a:pt x="154299" y="118580"/>
                  <a:pt x="152671" y="121142"/>
                  <a:pt x="150109" y="122318"/>
                </a:cubicBezTo>
                <a:lnTo>
                  <a:pt x="84218" y="152762"/>
                </a:lnTo>
                <a:cubicBezTo>
                  <a:pt x="79727" y="154842"/>
                  <a:pt x="74542" y="154842"/>
                  <a:pt x="70051" y="152762"/>
                </a:cubicBezTo>
                <a:lnTo>
                  <a:pt x="4190" y="122318"/>
                </a:lnTo>
                <a:cubicBezTo>
                  <a:pt x="1628" y="121112"/>
                  <a:pt x="0" y="118550"/>
                  <a:pt x="0" y="115747"/>
                </a:cubicBezTo>
                <a:cubicBezTo>
                  <a:pt x="0" y="112944"/>
                  <a:pt x="1628" y="110351"/>
                  <a:pt x="4190" y="109176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11" name="Text 9"/>
          <p:cNvSpPr/>
          <p:nvPr/>
        </p:nvSpPr>
        <p:spPr>
          <a:xfrm>
            <a:off x="951220" y="1996750"/>
            <a:ext cx="4604152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Phương pháp 3 mức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51220" y="2236818"/>
            <a:ext cx="4604152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Ý tưởng - Luận lý - Vật lý được thể hiện rõ ràng trong tất cả các chương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37294" y="2648362"/>
            <a:ext cx="5279580" cy="857384"/>
          </a:xfrm>
          <a:custGeom>
            <a:avLst/>
            <a:gdLst/>
            <a:ahLst/>
            <a:cxnLst/>
            <a:rect l="l" t="t" r="r" b="b"/>
            <a:pathLst>
              <a:path w="5279580" h="857384">
                <a:moveTo>
                  <a:pt x="30485" y="0"/>
                </a:moveTo>
                <a:lnTo>
                  <a:pt x="5142399" y="0"/>
                </a:lnTo>
                <a:cubicBezTo>
                  <a:pt x="5218162" y="0"/>
                  <a:pt x="5279580" y="61418"/>
                  <a:pt x="5279580" y="137181"/>
                </a:cubicBezTo>
                <a:lnTo>
                  <a:pt x="5279580" y="720203"/>
                </a:lnTo>
                <a:cubicBezTo>
                  <a:pt x="5279580" y="795966"/>
                  <a:pt x="5218162" y="857384"/>
                  <a:pt x="5142399" y="857384"/>
                </a:cubicBezTo>
                <a:lnTo>
                  <a:pt x="30485" y="857384"/>
                </a:lnTo>
                <a:cubicBezTo>
                  <a:pt x="13649" y="857384"/>
                  <a:pt x="0" y="843735"/>
                  <a:pt x="0" y="826899"/>
                </a:cubicBezTo>
                <a:lnTo>
                  <a:pt x="0" y="30485"/>
                </a:lnTo>
                <a:cubicBezTo>
                  <a:pt x="0" y="13660"/>
                  <a:pt x="13660" y="0"/>
                  <a:pt x="30485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537294" y="2648362"/>
            <a:ext cx="30485" cy="857384"/>
          </a:xfrm>
          <a:custGeom>
            <a:avLst/>
            <a:gdLst/>
            <a:ahLst/>
            <a:cxnLst/>
            <a:rect l="l" t="t" r="r" b="b"/>
            <a:pathLst>
              <a:path w="30485" h="857384">
                <a:moveTo>
                  <a:pt x="30485" y="0"/>
                </a:moveTo>
                <a:lnTo>
                  <a:pt x="30485" y="0"/>
                </a:lnTo>
                <a:lnTo>
                  <a:pt x="30485" y="857384"/>
                </a:lnTo>
                <a:lnTo>
                  <a:pt x="30485" y="857384"/>
                </a:lnTo>
                <a:cubicBezTo>
                  <a:pt x="13649" y="857384"/>
                  <a:pt x="0" y="843735"/>
                  <a:pt x="0" y="826899"/>
                </a:cubicBezTo>
                <a:lnTo>
                  <a:pt x="0" y="30485"/>
                </a:lnTo>
                <a:cubicBezTo>
                  <a:pt x="0" y="13660"/>
                  <a:pt x="13660" y="0"/>
                  <a:pt x="30485" y="0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15" name="Shape 13"/>
          <p:cNvSpPr/>
          <p:nvPr/>
        </p:nvSpPr>
        <p:spPr>
          <a:xfrm>
            <a:off x="653279" y="2785543"/>
            <a:ext cx="192911" cy="154329"/>
          </a:xfrm>
          <a:custGeom>
            <a:avLst/>
            <a:gdLst/>
            <a:ahLst/>
            <a:cxnLst/>
            <a:rect l="l" t="t" r="r" b="b"/>
            <a:pathLst>
              <a:path w="192911" h="154329">
                <a:moveTo>
                  <a:pt x="106101" y="0"/>
                </a:moveTo>
                <a:cubicBezTo>
                  <a:pt x="106101" y="-5335"/>
                  <a:pt x="101791" y="-9646"/>
                  <a:pt x="96456" y="-9646"/>
                </a:cubicBezTo>
                <a:cubicBezTo>
                  <a:pt x="91120" y="-9646"/>
                  <a:pt x="86810" y="-5335"/>
                  <a:pt x="86810" y="0"/>
                </a:cubicBezTo>
                <a:lnTo>
                  <a:pt x="86810" y="19291"/>
                </a:lnTo>
                <a:lnTo>
                  <a:pt x="57873" y="19291"/>
                </a:lnTo>
                <a:cubicBezTo>
                  <a:pt x="41898" y="19291"/>
                  <a:pt x="28937" y="32252"/>
                  <a:pt x="28937" y="48228"/>
                </a:cubicBezTo>
                <a:lnTo>
                  <a:pt x="28937" y="115747"/>
                </a:lnTo>
                <a:cubicBezTo>
                  <a:pt x="28937" y="131722"/>
                  <a:pt x="41898" y="144684"/>
                  <a:pt x="57873" y="144684"/>
                </a:cubicBezTo>
                <a:lnTo>
                  <a:pt x="135038" y="144684"/>
                </a:lnTo>
                <a:cubicBezTo>
                  <a:pt x="151013" y="144684"/>
                  <a:pt x="163975" y="131722"/>
                  <a:pt x="163975" y="115747"/>
                </a:cubicBezTo>
                <a:lnTo>
                  <a:pt x="163975" y="48228"/>
                </a:lnTo>
                <a:cubicBezTo>
                  <a:pt x="163975" y="32252"/>
                  <a:pt x="151013" y="19291"/>
                  <a:pt x="135038" y="19291"/>
                </a:cubicBezTo>
                <a:lnTo>
                  <a:pt x="106101" y="19291"/>
                </a:lnTo>
                <a:lnTo>
                  <a:pt x="106101" y="0"/>
                </a:lnTo>
                <a:close/>
                <a:moveTo>
                  <a:pt x="48228" y="110924"/>
                </a:moveTo>
                <a:cubicBezTo>
                  <a:pt x="48228" y="106915"/>
                  <a:pt x="51453" y="103690"/>
                  <a:pt x="55462" y="103690"/>
                </a:cubicBezTo>
                <a:lnTo>
                  <a:pt x="65108" y="103690"/>
                </a:lnTo>
                <a:cubicBezTo>
                  <a:pt x="69117" y="103690"/>
                  <a:pt x="72342" y="106915"/>
                  <a:pt x="72342" y="110924"/>
                </a:cubicBezTo>
                <a:cubicBezTo>
                  <a:pt x="72342" y="114933"/>
                  <a:pt x="69117" y="118158"/>
                  <a:pt x="65108" y="118158"/>
                </a:cubicBezTo>
                <a:lnTo>
                  <a:pt x="55462" y="118158"/>
                </a:lnTo>
                <a:cubicBezTo>
                  <a:pt x="51453" y="118158"/>
                  <a:pt x="48228" y="114933"/>
                  <a:pt x="48228" y="110924"/>
                </a:cubicBezTo>
                <a:close/>
                <a:moveTo>
                  <a:pt x="84399" y="110924"/>
                </a:moveTo>
                <a:cubicBezTo>
                  <a:pt x="84399" y="106915"/>
                  <a:pt x="87624" y="103690"/>
                  <a:pt x="91633" y="103690"/>
                </a:cubicBezTo>
                <a:lnTo>
                  <a:pt x="101278" y="103690"/>
                </a:lnTo>
                <a:cubicBezTo>
                  <a:pt x="105287" y="103690"/>
                  <a:pt x="108513" y="106915"/>
                  <a:pt x="108513" y="110924"/>
                </a:cubicBezTo>
                <a:cubicBezTo>
                  <a:pt x="108513" y="114933"/>
                  <a:pt x="105287" y="118158"/>
                  <a:pt x="101278" y="118158"/>
                </a:cubicBezTo>
                <a:lnTo>
                  <a:pt x="91633" y="118158"/>
                </a:lnTo>
                <a:cubicBezTo>
                  <a:pt x="87624" y="118158"/>
                  <a:pt x="84399" y="114933"/>
                  <a:pt x="84399" y="110924"/>
                </a:cubicBezTo>
                <a:close/>
                <a:moveTo>
                  <a:pt x="120570" y="110924"/>
                </a:moveTo>
                <a:cubicBezTo>
                  <a:pt x="120570" y="106915"/>
                  <a:pt x="123795" y="103690"/>
                  <a:pt x="127804" y="103690"/>
                </a:cubicBezTo>
                <a:lnTo>
                  <a:pt x="137449" y="103690"/>
                </a:lnTo>
                <a:cubicBezTo>
                  <a:pt x="141458" y="103690"/>
                  <a:pt x="144684" y="106915"/>
                  <a:pt x="144684" y="110924"/>
                </a:cubicBezTo>
                <a:cubicBezTo>
                  <a:pt x="144684" y="114933"/>
                  <a:pt x="141458" y="118158"/>
                  <a:pt x="137449" y="118158"/>
                </a:cubicBezTo>
                <a:lnTo>
                  <a:pt x="127804" y="118158"/>
                </a:lnTo>
                <a:cubicBezTo>
                  <a:pt x="123795" y="118158"/>
                  <a:pt x="120570" y="114933"/>
                  <a:pt x="120570" y="110924"/>
                </a:cubicBezTo>
                <a:close/>
                <a:moveTo>
                  <a:pt x="67519" y="53051"/>
                </a:moveTo>
                <a:cubicBezTo>
                  <a:pt x="75504" y="53051"/>
                  <a:pt x="81987" y="59534"/>
                  <a:pt x="81987" y="67519"/>
                </a:cubicBezTo>
                <a:cubicBezTo>
                  <a:pt x="81987" y="75504"/>
                  <a:pt x="75504" y="81987"/>
                  <a:pt x="67519" y="81987"/>
                </a:cubicBezTo>
                <a:cubicBezTo>
                  <a:pt x="59534" y="81987"/>
                  <a:pt x="53051" y="75504"/>
                  <a:pt x="53051" y="67519"/>
                </a:cubicBezTo>
                <a:cubicBezTo>
                  <a:pt x="53051" y="59534"/>
                  <a:pt x="59534" y="53051"/>
                  <a:pt x="67519" y="53051"/>
                </a:cubicBezTo>
                <a:close/>
                <a:moveTo>
                  <a:pt x="110924" y="67519"/>
                </a:moveTo>
                <a:cubicBezTo>
                  <a:pt x="110924" y="59534"/>
                  <a:pt x="117407" y="53051"/>
                  <a:pt x="125392" y="53051"/>
                </a:cubicBezTo>
                <a:cubicBezTo>
                  <a:pt x="133378" y="53051"/>
                  <a:pt x="139861" y="59534"/>
                  <a:pt x="139861" y="67519"/>
                </a:cubicBezTo>
                <a:cubicBezTo>
                  <a:pt x="139861" y="75504"/>
                  <a:pt x="133378" y="81987"/>
                  <a:pt x="125392" y="81987"/>
                </a:cubicBezTo>
                <a:cubicBezTo>
                  <a:pt x="117407" y="81987"/>
                  <a:pt x="110924" y="75504"/>
                  <a:pt x="110924" y="67519"/>
                </a:cubicBezTo>
                <a:close/>
                <a:moveTo>
                  <a:pt x="19291" y="67519"/>
                </a:moveTo>
                <a:cubicBezTo>
                  <a:pt x="19291" y="62184"/>
                  <a:pt x="14981" y="57873"/>
                  <a:pt x="9646" y="57873"/>
                </a:cubicBezTo>
                <a:cubicBezTo>
                  <a:pt x="4310" y="57873"/>
                  <a:pt x="0" y="62184"/>
                  <a:pt x="0" y="67519"/>
                </a:cubicBezTo>
                <a:lnTo>
                  <a:pt x="0" y="96456"/>
                </a:lnTo>
                <a:cubicBezTo>
                  <a:pt x="0" y="101791"/>
                  <a:pt x="4310" y="106101"/>
                  <a:pt x="9646" y="106101"/>
                </a:cubicBezTo>
                <a:cubicBezTo>
                  <a:pt x="14981" y="106101"/>
                  <a:pt x="19291" y="101791"/>
                  <a:pt x="19291" y="96456"/>
                </a:cubicBezTo>
                <a:lnTo>
                  <a:pt x="19291" y="67519"/>
                </a:lnTo>
                <a:close/>
                <a:moveTo>
                  <a:pt x="183266" y="57873"/>
                </a:moveTo>
                <a:cubicBezTo>
                  <a:pt x="177931" y="57873"/>
                  <a:pt x="173620" y="62184"/>
                  <a:pt x="173620" y="67519"/>
                </a:cubicBezTo>
                <a:lnTo>
                  <a:pt x="173620" y="96456"/>
                </a:lnTo>
                <a:cubicBezTo>
                  <a:pt x="173620" y="101791"/>
                  <a:pt x="177931" y="106101"/>
                  <a:pt x="183266" y="106101"/>
                </a:cubicBezTo>
                <a:cubicBezTo>
                  <a:pt x="188601" y="106101"/>
                  <a:pt x="192911" y="101791"/>
                  <a:pt x="192911" y="96456"/>
                </a:cubicBezTo>
                <a:lnTo>
                  <a:pt x="192911" y="67519"/>
                </a:lnTo>
                <a:cubicBezTo>
                  <a:pt x="192911" y="62184"/>
                  <a:pt x="188601" y="57873"/>
                  <a:pt x="183266" y="57873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16" name="Text 14"/>
          <p:cNvSpPr/>
          <p:nvPr/>
        </p:nvSpPr>
        <p:spPr>
          <a:xfrm>
            <a:off x="948481" y="2751248"/>
            <a:ext cx="4835646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Tận dụng tốt công cụ AI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48481" y="2991316"/>
            <a:ext cx="4835646" cy="411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Kết hợp GitHub Copilot + MCP servers giúp tăng tốc xây dựng UI và backend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37294" y="3608632"/>
            <a:ext cx="5279580" cy="651612"/>
          </a:xfrm>
          <a:custGeom>
            <a:avLst/>
            <a:gdLst/>
            <a:ahLst/>
            <a:cxnLst/>
            <a:rect l="l" t="t" r="r" b="b"/>
            <a:pathLst>
              <a:path w="5279580" h="651612">
                <a:moveTo>
                  <a:pt x="30485" y="0"/>
                </a:moveTo>
                <a:lnTo>
                  <a:pt x="5142396" y="0"/>
                </a:lnTo>
                <a:cubicBezTo>
                  <a:pt x="5218161" y="0"/>
                  <a:pt x="5279580" y="61419"/>
                  <a:pt x="5279580" y="137184"/>
                </a:cubicBezTo>
                <a:lnTo>
                  <a:pt x="5279580" y="514428"/>
                </a:lnTo>
                <a:cubicBezTo>
                  <a:pt x="5279580" y="590193"/>
                  <a:pt x="5218161" y="651612"/>
                  <a:pt x="5142396" y="651612"/>
                </a:cubicBezTo>
                <a:lnTo>
                  <a:pt x="30485" y="651612"/>
                </a:lnTo>
                <a:cubicBezTo>
                  <a:pt x="13649" y="651612"/>
                  <a:pt x="0" y="637963"/>
                  <a:pt x="0" y="621127"/>
                </a:cubicBezTo>
                <a:lnTo>
                  <a:pt x="0" y="30485"/>
                </a:lnTo>
                <a:cubicBezTo>
                  <a:pt x="0" y="13660"/>
                  <a:pt x="13660" y="0"/>
                  <a:pt x="30485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537294" y="3608632"/>
            <a:ext cx="30485" cy="651612"/>
          </a:xfrm>
          <a:custGeom>
            <a:avLst/>
            <a:gdLst/>
            <a:ahLst/>
            <a:cxnLst/>
            <a:rect l="l" t="t" r="r" b="b"/>
            <a:pathLst>
              <a:path w="30485" h="651612">
                <a:moveTo>
                  <a:pt x="30485" y="0"/>
                </a:moveTo>
                <a:lnTo>
                  <a:pt x="30485" y="0"/>
                </a:lnTo>
                <a:lnTo>
                  <a:pt x="30485" y="651612"/>
                </a:lnTo>
                <a:lnTo>
                  <a:pt x="30485" y="651612"/>
                </a:lnTo>
                <a:cubicBezTo>
                  <a:pt x="13649" y="651612"/>
                  <a:pt x="0" y="637963"/>
                  <a:pt x="0" y="621127"/>
                </a:cubicBezTo>
                <a:lnTo>
                  <a:pt x="0" y="30485"/>
                </a:lnTo>
                <a:cubicBezTo>
                  <a:pt x="0" y="13660"/>
                  <a:pt x="13660" y="0"/>
                  <a:pt x="30485" y="0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20" name="Shape 18"/>
          <p:cNvSpPr/>
          <p:nvPr/>
        </p:nvSpPr>
        <p:spPr>
          <a:xfrm>
            <a:off x="696148" y="3745813"/>
            <a:ext cx="115747" cy="154329"/>
          </a:xfrm>
          <a:custGeom>
            <a:avLst/>
            <a:gdLst/>
            <a:ahLst/>
            <a:cxnLst/>
            <a:rect l="l" t="t" r="r" b="b"/>
            <a:pathLst>
              <a:path w="115747" h="154329">
                <a:moveTo>
                  <a:pt x="0" y="19291"/>
                </a:moveTo>
                <a:cubicBezTo>
                  <a:pt x="0" y="8651"/>
                  <a:pt x="8651" y="0"/>
                  <a:pt x="19291" y="0"/>
                </a:cubicBezTo>
                <a:lnTo>
                  <a:pt x="64354" y="0"/>
                </a:lnTo>
                <a:cubicBezTo>
                  <a:pt x="69478" y="0"/>
                  <a:pt x="74391" y="2020"/>
                  <a:pt x="78009" y="5637"/>
                </a:cubicBezTo>
                <a:lnTo>
                  <a:pt x="110110" y="37768"/>
                </a:lnTo>
                <a:cubicBezTo>
                  <a:pt x="113727" y="41386"/>
                  <a:pt x="115747" y="46299"/>
                  <a:pt x="115747" y="51423"/>
                </a:cubicBezTo>
                <a:lnTo>
                  <a:pt x="115747" y="135038"/>
                </a:lnTo>
                <a:cubicBezTo>
                  <a:pt x="115747" y="145678"/>
                  <a:pt x="107096" y="154329"/>
                  <a:pt x="96456" y="154329"/>
                </a:cubicBezTo>
                <a:lnTo>
                  <a:pt x="19291" y="154329"/>
                </a:lnTo>
                <a:cubicBezTo>
                  <a:pt x="8651" y="154329"/>
                  <a:pt x="0" y="145678"/>
                  <a:pt x="0" y="135038"/>
                </a:cubicBezTo>
                <a:lnTo>
                  <a:pt x="0" y="19291"/>
                </a:lnTo>
                <a:close/>
                <a:moveTo>
                  <a:pt x="62696" y="17633"/>
                </a:moveTo>
                <a:lnTo>
                  <a:pt x="62696" y="45816"/>
                </a:lnTo>
                <a:cubicBezTo>
                  <a:pt x="62696" y="49825"/>
                  <a:pt x="65921" y="53051"/>
                  <a:pt x="69930" y="53051"/>
                </a:cubicBezTo>
                <a:lnTo>
                  <a:pt x="98114" y="53051"/>
                </a:lnTo>
                <a:lnTo>
                  <a:pt x="62696" y="17633"/>
                </a:lnTo>
                <a:close/>
                <a:moveTo>
                  <a:pt x="26525" y="19291"/>
                </a:moveTo>
                <a:cubicBezTo>
                  <a:pt x="22516" y="19291"/>
                  <a:pt x="19291" y="22516"/>
                  <a:pt x="19291" y="26525"/>
                </a:cubicBezTo>
                <a:cubicBezTo>
                  <a:pt x="19291" y="30534"/>
                  <a:pt x="22516" y="33759"/>
                  <a:pt x="26525" y="33759"/>
                </a:cubicBezTo>
                <a:lnTo>
                  <a:pt x="40994" y="33759"/>
                </a:lnTo>
                <a:cubicBezTo>
                  <a:pt x="45003" y="33759"/>
                  <a:pt x="48228" y="30534"/>
                  <a:pt x="48228" y="26525"/>
                </a:cubicBezTo>
                <a:cubicBezTo>
                  <a:pt x="48228" y="22516"/>
                  <a:pt x="45003" y="19291"/>
                  <a:pt x="40994" y="19291"/>
                </a:cubicBezTo>
                <a:lnTo>
                  <a:pt x="26525" y="19291"/>
                </a:lnTo>
                <a:close/>
                <a:moveTo>
                  <a:pt x="26525" y="48228"/>
                </a:moveTo>
                <a:cubicBezTo>
                  <a:pt x="22516" y="48228"/>
                  <a:pt x="19291" y="51453"/>
                  <a:pt x="19291" y="55462"/>
                </a:cubicBezTo>
                <a:cubicBezTo>
                  <a:pt x="19291" y="59471"/>
                  <a:pt x="22516" y="62696"/>
                  <a:pt x="26525" y="62696"/>
                </a:cubicBezTo>
                <a:lnTo>
                  <a:pt x="40994" y="62696"/>
                </a:lnTo>
                <a:cubicBezTo>
                  <a:pt x="45003" y="62696"/>
                  <a:pt x="48228" y="59471"/>
                  <a:pt x="48228" y="55462"/>
                </a:cubicBezTo>
                <a:cubicBezTo>
                  <a:pt x="48228" y="51453"/>
                  <a:pt x="45003" y="48228"/>
                  <a:pt x="40994" y="48228"/>
                </a:cubicBezTo>
                <a:lnTo>
                  <a:pt x="26525" y="48228"/>
                </a:lnTo>
                <a:close/>
                <a:moveTo>
                  <a:pt x="47715" y="96456"/>
                </a:moveTo>
                <a:cubicBezTo>
                  <a:pt x="44309" y="96456"/>
                  <a:pt x="41114" y="97993"/>
                  <a:pt x="39004" y="100645"/>
                </a:cubicBezTo>
                <a:lnTo>
                  <a:pt x="20889" y="123282"/>
                </a:lnTo>
                <a:cubicBezTo>
                  <a:pt x="18387" y="126387"/>
                  <a:pt x="18899" y="130969"/>
                  <a:pt x="22004" y="133440"/>
                </a:cubicBezTo>
                <a:cubicBezTo>
                  <a:pt x="25109" y="135912"/>
                  <a:pt x="29690" y="135430"/>
                  <a:pt x="32162" y="132295"/>
                </a:cubicBezTo>
                <a:lnTo>
                  <a:pt x="46359" y="114571"/>
                </a:lnTo>
                <a:lnTo>
                  <a:pt x="50941" y="129853"/>
                </a:lnTo>
                <a:cubicBezTo>
                  <a:pt x="51845" y="132928"/>
                  <a:pt x="54678" y="135008"/>
                  <a:pt x="57873" y="135008"/>
                </a:cubicBezTo>
                <a:lnTo>
                  <a:pt x="89222" y="135008"/>
                </a:lnTo>
                <a:cubicBezTo>
                  <a:pt x="93230" y="135008"/>
                  <a:pt x="96456" y="131783"/>
                  <a:pt x="96456" y="127774"/>
                </a:cubicBezTo>
                <a:cubicBezTo>
                  <a:pt x="96456" y="123765"/>
                  <a:pt x="93230" y="120539"/>
                  <a:pt x="89222" y="120539"/>
                </a:cubicBezTo>
                <a:lnTo>
                  <a:pt x="63269" y="120539"/>
                </a:lnTo>
                <a:lnTo>
                  <a:pt x="58416" y="104383"/>
                </a:lnTo>
                <a:cubicBezTo>
                  <a:pt x="56999" y="99651"/>
                  <a:pt x="52659" y="96426"/>
                  <a:pt x="47715" y="96426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21" name="Text 19"/>
          <p:cNvSpPr/>
          <p:nvPr/>
        </p:nvSpPr>
        <p:spPr>
          <a:xfrm>
            <a:off x="951220" y="3711518"/>
            <a:ext cx="3935392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Tách biệt rõ frontend-backend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51220" y="3951586"/>
            <a:ext cx="3935392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Tuân thủ OpenAPI contract, giảm phụ thuộc chi tiết triển khai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37294" y="4363130"/>
            <a:ext cx="5279580" cy="651612"/>
          </a:xfrm>
          <a:custGeom>
            <a:avLst/>
            <a:gdLst/>
            <a:ahLst/>
            <a:cxnLst/>
            <a:rect l="l" t="t" r="r" b="b"/>
            <a:pathLst>
              <a:path w="5279580" h="651612">
                <a:moveTo>
                  <a:pt x="30485" y="0"/>
                </a:moveTo>
                <a:lnTo>
                  <a:pt x="5142396" y="0"/>
                </a:lnTo>
                <a:cubicBezTo>
                  <a:pt x="5218161" y="0"/>
                  <a:pt x="5279580" y="61419"/>
                  <a:pt x="5279580" y="137184"/>
                </a:cubicBezTo>
                <a:lnTo>
                  <a:pt x="5279580" y="514428"/>
                </a:lnTo>
                <a:cubicBezTo>
                  <a:pt x="5279580" y="590193"/>
                  <a:pt x="5218161" y="651612"/>
                  <a:pt x="5142396" y="651612"/>
                </a:cubicBezTo>
                <a:lnTo>
                  <a:pt x="30485" y="651612"/>
                </a:lnTo>
                <a:cubicBezTo>
                  <a:pt x="13649" y="651612"/>
                  <a:pt x="0" y="637963"/>
                  <a:pt x="0" y="621127"/>
                </a:cubicBezTo>
                <a:lnTo>
                  <a:pt x="0" y="30485"/>
                </a:lnTo>
                <a:cubicBezTo>
                  <a:pt x="0" y="13660"/>
                  <a:pt x="13660" y="0"/>
                  <a:pt x="30485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37294" y="4363130"/>
            <a:ext cx="30485" cy="651612"/>
          </a:xfrm>
          <a:custGeom>
            <a:avLst/>
            <a:gdLst/>
            <a:ahLst/>
            <a:cxnLst/>
            <a:rect l="l" t="t" r="r" b="b"/>
            <a:pathLst>
              <a:path w="30485" h="651612">
                <a:moveTo>
                  <a:pt x="30485" y="0"/>
                </a:moveTo>
                <a:lnTo>
                  <a:pt x="30485" y="0"/>
                </a:lnTo>
                <a:lnTo>
                  <a:pt x="30485" y="651612"/>
                </a:lnTo>
                <a:lnTo>
                  <a:pt x="30485" y="651612"/>
                </a:lnTo>
                <a:cubicBezTo>
                  <a:pt x="13649" y="651612"/>
                  <a:pt x="0" y="637963"/>
                  <a:pt x="0" y="621127"/>
                </a:cubicBezTo>
                <a:lnTo>
                  <a:pt x="0" y="30485"/>
                </a:lnTo>
                <a:cubicBezTo>
                  <a:pt x="0" y="13660"/>
                  <a:pt x="13660" y="0"/>
                  <a:pt x="30485" y="0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25" name="Shape 23"/>
          <p:cNvSpPr/>
          <p:nvPr/>
        </p:nvSpPr>
        <p:spPr>
          <a:xfrm>
            <a:off x="676857" y="4500311"/>
            <a:ext cx="154329" cy="154329"/>
          </a:xfrm>
          <a:custGeom>
            <a:avLst/>
            <a:gdLst/>
            <a:ahLst/>
            <a:cxnLst/>
            <a:rect l="l" t="t" r="r" b="b"/>
            <a:pathLst>
              <a:path w="154329" h="154329">
                <a:moveTo>
                  <a:pt x="38582" y="96456"/>
                </a:moveTo>
                <a:lnTo>
                  <a:pt x="7385" y="96456"/>
                </a:lnTo>
                <a:cubicBezTo>
                  <a:pt x="-121" y="96456"/>
                  <a:pt x="-4732" y="88287"/>
                  <a:pt x="-874" y="81837"/>
                </a:cubicBezTo>
                <a:lnTo>
                  <a:pt x="15071" y="55251"/>
                </a:lnTo>
                <a:cubicBezTo>
                  <a:pt x="17694" y="50880"/>
                  <a:pt x="22396" y="48228"/>
                  <a:pt x="27490" y="48228"/>
                </a:cubicBezTo>
                <a:lnTo>
                  <a:pt x="56125" y="48228"/>
                </a:lnTo>
                <a:cubicBezTo>
                  <a:pt x="79064" y="9374"/>
                  <a:pt x="113275" y="7415"/>
                  <a:pt x="136153" y="10761"/>
                </a:cubicBezTo>
                <a:cubicBezTo>
                  <a:pt x="140011" y="11334"/>
                  <a:pt x="143026" y="14348"/>
                  <a:pt x="143568" y="18176"/>
                </a:cubicBezTo>
                <a:cubicBezTo>
                  <a:pt x="146914" y="41054"/>
                  <a:pt x="144955" y="75266"/>
                  <a:pt x="106101" y="98204"/>
                </a:cubicBezTo>
                <a:lnTo>
                  <a:pt x="106101" y="126839"/>
                </a:lnTo>
                <a:cubicBezTo>
                  <a:pt x="106101" y="131933"/>
                  <a:pt x="103449" y="136636"/>
                  <a:pt x="99078" y="139258"/>
                </a:cubicBezTo>
                <a:lnTo>
                  <a:pt x="72492" y="155203"/>
                </a:lnTo>
                <a:cubicBezTo>
                  <a:pt x="66072" y="159061"/>
                  <a:pt x="57873" y="154420"/>
                  <a:pt x="57873" y="146944"/>
                </a:cubicBezTo>
                <a:lnTo>
                  <a:pt x="57873" y="115747"/>
                </a:lnTo>
                <a:cubicBezTo>
                  <a:pt x="57873" y="105107"/>
                  <a:pt x="49223" y="96456"/>
                  <a:pt x="38582" y="96456"/>
                </a:cubicBezTo>
                <a:lnTo>
                  <a:pt x="38552" y="96456"/>
                </a:lnTo>
                <a:close/>
                <a:moveTo>
                  <a:pt x="120570" y="48228"/>
                </a:moveTo>
                <a:cubicBezTo>
                  <a:pt x="120570" y="40243"/>
                  <a:pt x="114087" y="33759"/>
                  <a:pt x="106101" y="33759"/>
                </a:cubicBezTo>
                <a:cubicBezTo>
                  <a:pt x="98116" y="33759"/>
                  <a:pt x="91633" y="40243"/>
                  <a:pt x="91633" y="48228"/>
                </a:cubicBezTo>
                <a:cubicBezTo>
                  <a:pt x="91633" y="56213"/>
                  <a:pt x="98116" y="62696"/>
                  <a:pt x="106101" y="62696"/>
                </a:cubicBezTo>
                <a:cubicBezTo>
                  <a:pt x="114087" y="62696"/>
                  <a:pt x="120570" y="56213"/>
                  <a:pt x="120570" y="48228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26" name="Text 24"/>
          <p:cNvSpPr/>
          <p:nvPr/>
        </p:nvSpPr>
        <p:spPr>
          <a:xfrm>
            <a:off x="951220" y="4466016"/>
            <a:ext cx="4784203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Tốc độ phát triển đột phá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51220" y="4706083"/>
            <a:ext cx="4784203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Giảm hơn 80% thờigian viết code boilerplate, tập trung vào logic nghiệp vụ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03650" y="1101262"/>
            <a:ext cx="5640634" cy="4088769"/>
          </a:xfrm>
          <a:custGeom>
            <a:avLst/>
            <a:gdLst/>
            <a:ahLst/>
            <a:cxnLst/>
            <a:rect l="l" t="t" r="r" b="b"/>
            <a:pathLst>
              <a:path w="5640634" h="4088769">
                <a:moveTo>
                  <a:pt x="205788" y="0"/>
                </a:moveTo>
                <a:lnTo>
                  <a:pt x="5434846" y="0"/>
                </a:lnTo>
                <a:cubicBezTo>
                  <a:pt x="5548500" y="0"/>
                  <a:pt x="5640634" y="92134"/>
                  <a:pt x="5640634" y="205788"/>
                </a:cubicBezTo>
                <a:lnTo>
                  <a:pt x="5640634" y="3882981"/>
                </a:lnTo>
                <a:cubicBezTo>
                  <a:pt x="5640634" y="3996635"/>
                  <a:pt x="5548500" y="4088769"/>
                  <a:pt x="5434846" y="4088769"/>
                </a:cubicBezTo>
                <a:lnTo>
                  <a:pt x="205788" y="4088769"/>
                </a:lnTo>
                <a:cubicBezTo>
                  <a:pt x="92134" y="4088769"/>
                  <a:pt x="0" y="3996635"/>
                  <a:pt x="0" y="3882981"/>
                </a:cubicBezTo>
                <a:lnTo>
                  <a:pt x="0" y="205788"/>
                </a:lnTo>
                <a:cubicBezTo>
                  <a:pt x="0" y="92134"/>
                  <a:pt x="92134" y="0"/>
                  <a:pt x="205788" y="0"/>
                </a:cubicBezTo>
                <a:close/>
              </a:path>
            </a:pathLst>
          </a:custGeom>
          <a:gradFill flip="none" rotWithShape="1">
            <a:gsLst>
              <a:gs pos="0">
                <a:srgbClr val="FFFBEB"/>
              </a:gs>
              <a:gs pos="100000">
                <a:srgbClr val="FFF7ED"/>
              </a:gs>
            </a:gsLst>
            <a:lin ang="2700000" scaled="1"/>
          </a:gradFill>
          <a:ln w="11289">
            <a:solidFill>
              <a:srgbClr val="FEF3C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78937" y="1276548"/>
            <a:ext cx="480135" cy="480135"/>
          </a:xfrm>
          <a:custGeom>
            <a:avLst/>
            <a:gdLst/>
            <a:ahLst/>
            <a:cxnLst/>
            <a:rect l="l" t="t" r="r" b="b"/>
            <a:pathLst>
              <a:path w="480135" h="480135">
                <a:moveTo>
                  <a:pt x="137179" y="0"/>
                </a:moveTo>
                <a:lnTo>
                  <a:pt x="342956" y="0"/>
                </a:lnTo>
                <a:cubicBezTo>
                  <a:pt x="418718" y="0"/>
                  <a:pt x="480135" y="61417"/>
                  <a:pt x="480135" y="137179"/>
                </a:cubicBezTo>
                <a:lnTo>
                  <a:pt x="480135" y="342956"/>
                </a:lnTo>
                <a:cubicBezTo>
                  <a:pt x="480135" y="418718"/>
                  <a:pt x="418718" y="480135"/>
                  <a:pt x="342956" y="480135"/>
                </a:cubicBezTo>
                <a:lnTo>
                  <a:pt x="137179" y="480135"/>
                </a:lnTo>
                <a:cubicBezTo>
                  <a:pt x="61417" y="480135"/>
                  <a:pt x="0" y="418718"/>
                  <a:pt x="0" y="342956"/>
                </a:cubicBezTo>
                <a:lnTo>
                  <a:pt x="0" y="137179"/>
                </a:lnTo>
                <a:cubicBezTo>
                  <a:pt x="0" y="61417"/>
                  <a:pt x="61417" y="0"/>
                  <a:pt x="137179" y="0"/>
                </a:cubicBezTo>
                <a:close/>
              </a:path>
            </a:pathLst>
          </a:custGeom>
          <a:gradFill flip="none" rotWithShape="1">
            <a:gsLst>
              <a:gs pos="0">
                <a:srgbClr val="FE9A00"/>
              </a:gs>
              <a:gs pos="100000">
                <a:srgbClr val="F54900"/>
              </a:gs>
            </a:gsLst>
            <a:lin ang="2700000" scaled="1"/>
          </a:gradFill>
          <a:ln/>
        </p:spPr>
      </p:sp>
      <p:sp>
        <p:nvSpPr>
          <p:cNvPr id="30" name="Shape 28"/>
          <p:cNvSpPr/>
          <p:nvPr/>
        </p:nvSpPr>
        <p:spPr>
          <a:xfrm>
            <a:off x="6516118" y="1413729"/>
            <a:ext cx="205772" cy="205772"/>
          </a:xfrm>
          <a:custGeom>
            <a:avLst/>
            <a:gdLst/>
            <a:ahLst/>
            <a:cxnLst/>
            <a:rect l="l" t="t" r="r" b="b"/>
            <a:pathLst>
              <a:path w="205772" h="205772">
                <a:moveTo>
                  <a:pt x="102886" y="0"/>
                </a:moveTo>
                <a:cubicBezTo>
                  <a:pt x="108794" y="0"/>
                  <a:pt x="114220" y="3255"/>
                  <a:pt x="117033" y="8440"/>
                </a:cubicBezTo>
                <a:lnTo>
                  <a:pt x="203843" y="169199"/>
                </a:lnTo>
                <a:cubicBezTo>
                  <a:pt x="206536" y="174183"/>
                  <a:pt x="206415" y="180211"/>
                  <a:pt x="203522" y="185074"/>
                </a:cubicBezTo>
                <a:cubicBezTo>
                  <a:pt x="200628" y="189937"/>
                  <a:pt x="195363" y="192911"/>
                  <a:pt x="189696" y="192911"/>
                </a:cubicBezTo>
                <a:lnTo>
                  <a:pt x="16076" y="192911"/>
                </a:lnTo>
                <a:cubicBezTo>
                  <a:pt x="10409" y="192911"/>
                  <a:pt x="5184" y="189937"/>
                  <a:pt x="2251" y="185074"/>
                </a:cubicBezTo>
                <a:cubicBezTo>
                  <a:pt x="-683" y="180211"/>
                  <a:pt x="-764" y="174183"/>
                  <a:pt x="1929" y="169199"/>
                </a:cubicBezTo>
                <a:lnTo>
                  <a:pt x="88739" y="8440"/>
                </a:lnTo>
                <a:cubicBezTo>
                  <a:pt x="91553" y="3255"/>
                  <a:pt x="96978" y="0"/>
                  <a:pt x="102886" y="0"/>
                </a:cubicBezTo>
                <a:close/>
                <a:moveTo>
                  <a:pt x="102886" y="67519"/>
                </a:moveTo>
                <a:cubicBezTo>
                  <a:pt x="97541" y="67519"/>
                  <a:pt x="93241" y="71819"/>
                  <a:pt x="93241" y="77165"/>
                </a:cubicBezTo>
                <a:lnTo>
                  <a:pt x="93241" y="122177"/>
                </a:lnTo>
                <a:cubicBezTo>
                  <a:pt x="93241" y="127522"/>
                  <a:pt x="97541" y="131823"/>
                  <a:pt x="102886" y="131823"/>
                </a:cubicBezTo>
                <a:cubicBezTo>
                  <a:pt x="108231" y="131823"/>
                  <a:pt x="112532" y="127522"/>
                  <a:pt x="112532" y="122177"/>
                </a:cubicBezTo>
                <a:lnTo>
                  <a:pt x="112532" y="77165"/>
                </a:lnTo>
                <a:cubicBezTo>
                  <a:pt x="112532" y="71819"/>
                  <a:pt x="108231" y="67519"/>
                  <a:pt x="102886" y="67519"/>
                </a:cubicBezTo>
                <a:close/>
                <a:moveTo>
                  <a:pt x="113617" y="154329"/>
                </a:moveTo>
                <a:cubicBezTo>
                  <a:pt x="113861" y="150346"/>
                  <a:pt x="111875" y="146556"/>
                  <a:pt x="108460" y="144491"/>
                </a:cubicBezTo>
                <a:cubicBezTo>
                  <a:pt x="105045" y="142426"/>
                  <a:pt x="100767" y="142426"/>
                  <a:pt x="97352" y="144491"/>
                </a:cubicBezTo>
                <a:cubicBezTo>
                  <a:pt x="93938" y="146556"/>
                  <a:pt x="91951" y="150346"/>
                  <a:pt x="92196" y="154329"/>
                </a:cubicBezTo>
                <a:cubicBezTo>
                  <a:pt x="91951" y="158312"/>
                  <a:pt x="93938" y="162102"/>
                  <a:pt x="97352" y="164167"/>
                </a:cubicBezTo>
                <a:cubicBezTo>
                  <a:pt x="100767" y="166233"/>
                  <a:pt x="105045" y="166233"/>
                  <a:pt x="108460" y="164167"/>
                </a:cubicBezTo>
                <a:cubicBezTo>
                  <a:pt x="111875" y="162102"/>
                  <a:pt x="113861" y="158312"/>
                  <a:pt x="113617" y="15432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6961958" y="1379434"/>
            <a:ext cx="883105" cy="274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0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Hạn chế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94179" y="1893864"/>
            <a:ext cx="5279580" cy="651612"/>
          </a:xfrm>
          <a:custGeom>
            <a:avLst/>
            <a:gdLst/>
            <a:ahLst/>
            <a:cxnLst/>
            <a:rect l="l" t="t" r="r" b="b"/>
            <a:pathLst>
              <a:path w="5279580" h="651612">
                <a:moveTo>
                  <a:pt x="30485" y="0"/>
                </a:moveTo>
                <a:lnTo>
                  <a:pt x="5142396" y="0"/>
                </a:lnTo>
                <a:cubicBezTo>
                  <a:pt x="5218161" y="0"/>
                  <a:pt x="5279580" y="61419"/>
                  <a:pt x="5279580" y="137184"/>
                </a:cubicBezTo>
                <a:lnTo>
                  <a:pt x="5279580" y="514428"/>
                </a:lnTo>
                <a:cubicBezTo>
                  <a:pt x="5279580" y="590193"/>
                  <a:pt x="5218161" y="651612"/>
                  <a:pt x="5142396" y="651612"/>
                </a:cubicBezTo>
                <a:lnTo>
                  <a:pt x="30485" y="651612"/>
                </a:lnTo>
                <a:cubicBezTo>
                  <a:pt x="13649" y="651612"/>
                  <a:pt x="0" y="637963"/>
                  <a:pt x="0" y="621127"/>
                </a:cubicBezTo>
                <a:lnTo>
                  <a:pt x="0" y="30485"/>
                </a:lnTo>
                <a:cubicBezTo>
                  <a:pt x="0" y="13660"/>
                  <a:pt x="13660" y="0"/>
                  <a:pt x="30485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394179" y="1893864"/>
            <a:ext cx="30485" cy="651612"/>
          </a:xfrm>
          <a:custGeom>
            <a:avLst/>
            <a:gdLst/>
            <a:ahLst/>
            <a:cxnLst/>
            <a:rect l="l" t="t" r="r" b="b"/>
            <a:pathLst>
              <a:path w="30485" h="651612">
                <a:moveTo>
                  <a:pt x="30485" y="0"/>
                </a:moveTo>
                <a:lnTo>
                  <a:pt x="30485" y="0"/>
                </a:lnTo>
                <a:lnTo>
                  <a:pt x="30485" y="651612"/>
                </a:lnTo>
                <a:lnTo>
                  <a:pt x="30485" y="651612"/>
                </a:lnTo>
                <a:cubicBezTo>
                  <a:pt x="13649" y="651612"/>
                  <a:pt x="0" y="637963"/>
                  <a:pt x="0" y="621127"/>
                </a:cubicBezTo>
                <a:lnTo>
                  <a:pt x="0" y="30485"/>
                </a:lnTo>
                <a:cubicBezTo>
                  <a:pt x="0" y="13660"/>
                  <a:pt x="13660" y="0"/>
                  <a:pt x="30485" y="0"/>
                </a:cubicBezTo>
                <a:close/>
              </a:path>
            </a:pathLst>
          </a:custGeom>
          <a:solidFill>
            <a:srgbClr val="FE9A00"/>
          </a:solidFill>
          <a:ln/>
        </p:spPr>
      </p:sp>
      <p:sp>
        <p:nvSpPr>
          <p:cNvPr id="34" name="Shape 32"/>
          <p:cNvSpPr/>
          <p:nvPr/>
        </p:nvSpPr>
        <p:spPr>
          <a:xfrm>
            <a:off x="6524096" y="2031045"/>
            <a:ext cx="173620" cy="154329"/>
          </a:xfrm>
          <a:custGeom>
            <a:avLst/>
            <a:gdLst/>
            <a:ahLst/>
            <a:cxnLst/>
            <a:rect l="l" t="t" r="r" b="b"/>
            <a:pathLst>
              <a:path w="173620" h="154329">
                <a:moveTo>
                  <a:pt x="67519" y="2411"/>
                </a:moveTo>
                <a:cubicBezTo>
                  <a:pt x="87482" y="2411"/>
                  <a:pt x="103690" y="18619"/>
                  <a:pt x="103690" y="38582"/>
                </a:cubicBezTo>
                <a:cubicBezTo>
                  <a:pt x="103690" y="58546"/>
                  <a:pt x="87482" y="74753"/>
                  <a:pt x="67519" y="74753"/>
                </a:cubicBezTo>
                <a:cubicBezTo>
                  <a:pt x="47556" y="74753"/>
                  <a:pt x="31348" y="58546"/>
                  <a:pt x="31348" y="38582"/>
                </a:cubicBezTo>
                <a:cubicBezTo>
                  <a:pt x="31348" y="18619"/>
                  <a:pt x="47556" y="2411"/>
                  <a:pt x="67519" y="2411"/>
                </a:cubicBezTo>
                <a:close/>
                <a:moveTo>
                  <a:pt x="58567" y="91633"/>
                </a:moveTo>
                <a:lnTo>
                  <a:pt x="76471" y="91633"/>
                </a:lnTo>
                <a:cubicBezTo>
                  <a:pt x="85424" y="91633"/>
                  <a:pt x="93863" y="93833"/>
                  <a:pt x="101278" y="97692"/>
                </a:cubicBezTo>
                <a:lnTo>
                  <a:pt x="101278" y="98988"/>
                </a:lnTo>
                <a:cubicBezTo>
                  <a:pt x="95371" y="104293"/>
                  <a:pt x="91633" y="111979"/>
                  <a:pt x="91633" y="120539"/>
                </a:cubicBezTo>
                <a:lnTo>
                  <a:pt x="91633" y="149476"/>
                </a:lnTo>
                <a:cubicBezTo>
                  <a:pt x="91633" y="151134"/>
                  <a:pt x="91784" y="152762"/>
                  <a:pt x="92025" y="154329"/>
                </a:cubicBezTo>
                <a:lnTo>
                  <a:pt x="13775" y="154329"/>
                </a:lnTo>
                <a:cubicBezTo>
                  <a:pt x="8832" y="154329"/>
                  <a:pt x="4823" y="150320"/>
                  <a:pt x="4823" y="145377"/>
                </a:cubicBezTo>
                <a:cubicBezTo>
                  <a:pt x="4823" y="115687"/>
                  <a:pt x="28876" y="91633"/>
                  <a:pt x="58567" y="91633"/>
                </a:cubicBezTo>
                <a:close/>
                <a:moveTo>
                  <a:pt x="149506" y="91663"/>
                </a:moveTo>
                <a:cubicBezTo>
                  <a:pt x="149506" y="86328"/>
                  <a:pt x="145196" y="82017"/>
                  <a:pt x="139861" y="82017"/>
                </a:cubicBezTo>
                <a:cubicBezTo>
                  <a:pt x="134526" y="82017"/>
                  <a:pt x="130215" y="86328"/>
                  <a:pt x="130215" y="91663"/>
                </a:cubicBezTo>
                <a:lnTo>
                  <a:pt x="130215" y="106101"/>
                </a:lnTo>
                <a:lnTo>
                  <a:pt x="149506" y="106101"/>
                </a:lnTo>
                <a:lnTo>
                  <a:pt x="149506" y="91663"/>
                </a:lnTo>
                <a:close/>
                <a:moveTo>
                  <a:pt x="106101" y="120570"/>
                </a:moveTo>
                <a:cubicBezTo>
                  <a:pt x="106101" y="114270"/>
                  <a:pt x="110140" y="108905"/>
                  <a:pt x="115747" y="106915"/>
                </a:cubicBezTo>
                <a:lnTo>
                  <a:pt x="115747" y="91663"/>
                </a:lnTo>
                <a:cubicBezTo>
                  <a:pt x="115747" y="78340"/>
                  <a:pt x="126538" y="67549"/>
                  <a:pt x="139861" y="67549"/>
                </a:cubicBezTo>
                <a:cubicBezTo>
                  <a:pt x="153184" y="67549"/>
                  <a:pt x="163975" y="78340"/>
                  <a:pt x="163975" y="91663"/>
                </a:cubicBezTo>
                <a:lnTo>
                  <a:pt x="163975" y="106915"/>
                </a:lnTo>
                <a:cubicBezTo>
                  <a:pt x="169581" y="108905"/>
                  <a:pt x="173620" y="114270"/>
                  <a:pt x="173620" y="120570"/>
                </a:cubicBezTo>
                <a:lnTo>
                  <a:pt x="173620" y="149506"/>
                </a:lnTo>
                <a:cubicBezTo>
                  <a:pt x="173620" y="157494"/>
                  <a:pt x="167140" y="163975"/>
                  <a:pt x="159152" y="163975"/>
                </a:cubicBezTo>
                <a:lnTo>
                  <a:pt x="120570" y="163975"/>
                </a:lnTo>
                <a:cubicBezTo>
                  <a:pt x="112582" y="163975"/>
                  <a:pt x="106101" y="157494"/>
                  <a:pt x="106101" y="149506"/>
                </a:cubicBezTo>
                <a:lnTo>
                  <a:pt x="106101" y="120570"/>
                </a:lnTo>
                <a:close/>
              </a:path>
            </a:pathLst>
          </a:custGeom>
          <a:solidFill>
            <a:srgbClr val="FE9A00"/>
          </a:solidFill>
          <a:ln/>
        </p:spPr>
      </p:sp>
      <p:sp>
        <p:nvSpPr>
          <p:cNvPr id="35" name="Text 33"/>
          <p:cNvSpPr/>
          <p:nvPr/>
        </p:nvSpPr>
        <p:spPr>
          <a:xfrm>
            <a:off x="6808105" y="1996750"/>
            <a:ext cx="4278346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Chưa có đăng nhập/phân quyền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808105" y="2236818"/>
            <a:ext cx="4278346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Hệ thống chỉ sử dụng username đơn giản, chưa có cơ chế xác thực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94179" y="2648362"/>
            <a:ext cx="5279580" cy="651612"/>
          </a:xfrm>
          <a:custGeom>
            <a:avLst/>
            <a:gdLst/>
            <a:ahLst/>
            <a:cxnLst/>
            <a:rect l="l" t="t" r="r" b="b"/>
            <a:pathLst>
              <a:path w="5279580" h="651612">
                <a:moveTo>
                  <a:pt x="30485" y="0"/>
                </a:moveTo>
                <a:lnTo>
                  <a:pt x="5142396" y="0"/>
                </a:lnTo>
                <a:cubicBezTo>
                  <a:pt x="5218161" y="0"/>
                  <a:pt x="5279580" y="61419"/>
                  <a:pt x="5279580" y="137184"/>
                </a:cubicBezTo>
                <a:lnTo>
                  <a:pt x="5279580" y="514428"/>
                </a:lnTo>
                <a:cubicBezTo>
                  <a:pt x="5279580" y="590193"/>
                  <a:pt x="5218161" y="651612"/>
                  <a:pt x="5142396" y="651612"/>
                </a:cubicBezTo>
                <a:lnTo>
                  <a:pt x="30485" y="651612"/>
                </a:lnTo>
                <a:cubicBezTo>
                  <a:pt x="13649" y="651612"/>
                  <a:pt x="0" y="637963"/>
                  <a:pt x="0" y="621127"/>
                </a:cubicBezTo>
                <a:lnTo>
                  <a:pt x="0" y="30485"/>
                </a:lnTo>
                <a:cubicBezTo>
                  <a:pt x="0" y="13660"/>
                  <a:pt x="13660" y="0"/>
                  <a:pt x="30485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394179" y="2648362"/>
            <a:ext cx="30485" cy="651612"/>
          </a:xfrm>
          <a:custGeom>
            <a:avLst/>
            <a:gdLst/>
            <a:ahLst/>
            <a:cxnLst/>
            <a:rect l="l" t="t" r="r" b="b"/>
            <a:pathLst>
              <a:path w="30485" h="651612">
                <a:moveTo>
                  <a:pt x="30485" y="0"/>
                </a:moveTo>
                <a:lnTo>
                  <a:pt x="30485" y="0"/>
                </a:lnTo>
                <a:lnTo>
                  <a:pt x="30485" y="651612"/>
                </a:lnTo>
                <a:lnTo>
                  <a:pt x="30485" y="651612"/>
                </a:lnTo>
                <a:cubicBezTo>
                  <a:pt x="13649" y="651612"/>
                  <a:pt x="0" y="637963"/>
                  <a:pt x="0" y="621127"/>
                </a:cubicBezTo>
                <a:lnTo>
                  <a:pt x="0" y="30485"/>
                </a:lnTo>
                <a:cubicBezTo>
                  <a:pt x="0" y="13660"/>
                  <a:pt x="13660" y="0"/>
                  <a:pt x="30485" y="0"/>
                </a:cubicBezTo>
                <a:close/>
              </a:path>
            </a:pathLst>
          </a:custGeom>
          <a:solidFill>
            <a:srgbClr val="FE9A00"/>
          </a:solidFill>
          <a:ln/>
        </p:spPr>
      </p:sp>
      <p:sp>
        <p:nvSpPr>
          <p:cNvPr id="39" name="Shape 37"/>
          <p:cNvSpPr/>
          <p:nvPr/>
        </p:nvSpPr>
        <p:spPr>
          <a:xfrm>
            <a:off x="6533742" y="2785543"/>
            <a:ext cx="154329" cy="154329"/>
          </a:xfrm>
          <a:custGeom>
            <a:avLst/>
            <a:gdLst/>
            <a:ahLst/>
            <a:cxnLst/>
            <a:rect l="l" t="t" r="r" b="b"/>
            <a:pathLst>
              <a:path w="154329" h="154329">
                <a:moveTo>
                  <a:pt x="77165" y="0"/>
                </a:moveTo>
                <a:cubicBezTo>
                  <a:pt x="78551" y="0"/>
                  <a:pt x="79938" y="301"/>
                  <a:pt x="81204" y="874"/>
                </a:cubicBezTo>
                <a:lnTo>
                  <a:pt x="137992" y="24958"/>
                </a:lnTo>
                <a:cubicBezTo>
                  <a:pt x="144623" y="27761"/>
                  <a:pt x="149567" y="34302"/>
                  <a:pt x="149536" y="42199"/>
                </a:cubicBezTo>
                <a:cubicBezTo>
                  <a:pt x="149386" y="72101"/>
                  <a:pt x="137088" y="126809"/>
                  <a:pt x="85152" y="151677"/>
                </a:cubicBezTo>
                <a:cubicBezTo>
                  <a:pt x="80119" y="154088"/>
                  <a:pt x="74271" y="154088"/>
                  <a:pt x="69237" y="151677"/>
                </a:cubicBezTo>
                <a:cubicBezTo>
                  <a:pt x="17272" y="126809"/>
                  <a:pt x="5004" y="72101"/>
                  <a:pt x="4853" y="42199"/>
                </a:cubicBezTo>
                <a:cubicBezTo>
                  <a:pt x="4823" y="34302"/>
                  <a:pt x="9766" y="27761"/>
                  <a:pt x="16397" y="24958"/>
                </a:cubicBezTo>
                <a:lnTo>
                  <a:pt x="73156" y="874"/>
                </a:lnTo>
                <a:cubicBezTo>
                  <a:pt x="74422" y="301"/>
                  <a:pt x="75778" y="0"/>
                  <a:pt x="77165" y="0"/>
                </a:cubicBezTo>
                <a:close/>
                <a:moveTo>
                  <a:pt x="77165" y="20135"/>
                </a:moveTo>
                <a:lnTo>
                  <a:pt x="77165" y="134104"/>
                </a:lnTo>
                <a:cubicBezTo>
                  <a:pt x="118761" y="113968"/>
                  <a:pt x="129944" y="69358"/>
                  <a:pt x="130215" y="42652"/>
                </a:cubicBezTo>
                <a:lnTo>
                  <a:pt x="77165" y="20165"/>
                </a:lnTo>
                <a:lnTo>
                  <a:pt x="77165" y="20165"/>
                </a:lnTo>
                <a:close/>
              </a:path>
            </a:pathLst>
          </a:custGeom>
          <a:solidFill>
            <a:srgbClr val="FE9A00"/>
          </a:solidFill>
          <a:ln/>
        </p:spPr>
      </p:sp>
      <p:sp>
        <p:nvSpPr>
          <p:cNvPr id="40" name="Text 38"/>
          <p:cNvSpPr/>
          <p:nvPr/>
        </p:nvSpPr>
        <p:spPr>
          <a:xfrm>
            <a:off x="6808105" y="2751248"/>
            <a:ext cx="4072574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Validation form đơn giản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808105" y="2991316"/>
            <a:ext cx="4072574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Chưa có validation phía client đầy đủ, chủ yếu dựa vào backend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94179" y="3402860"/>
            <a:ext cx="5279580" cy="651612"/>
          </a:xfrm>
          <a:custGeom>
            <a:avLst/>
            <a:gdLst/>
            <a:ahLst/>
            <a:cxnLst/>
            <a:rect l="l" t="t" r="r" b="b"/>
            <a:pathLst>
              <a:path w="5279580" h="651612">
                <a:moveTo>
                  <a:pt x="30485" y="0"/>
                </a:moveTo>
                <a:lnTo>
                  <a:pt x="5142396" y="0"/>
                </a:lnTo>
                <a:cubicBezTo>
                  <a:pt x="5218161" y="0"/>
                  <a:pt x="5279580" y="61419"/>
                  <a:pt x="5279580" y="137184"/>
                </a:cubicBezTo>
                <a:lnTo>
                  <a:pt x="5279580" y="514428"/>
                </a:lnTo>
                <a:cubicBezTo>
                  <a:pt x="5279580" y="590193"/>
                  <a:pt x="5218161" y="651612"/>
                  <a:pt x="5142396" y="651612"/>
                </a:cubicBezTo>
                <a:lnTo>
                  <a:pt x="30485" y="651612"/>
                </a:lnTo>
                <a:cubicBezTo>
                  <a:pt x="13649" y="651612"/>
                  <a:pt x="0" y="637963"/>
                  <a:pt x="0" y="621127"/>
                </a:cubicBezTo>
                <a:lnTo>
                  <a:pt x="0" y="30485"/>
                </a:lnTo>
                <a:cubicBezTo>
                  <a:pt x="0" y="13660"/>
                  <a:pt x="13660" y="0"/>
                  <a:pt x="30485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394179" y="3402860"/>
            <a:ext cx="30485" cy="651612"/>
          </a:xfrm>
          <a:custGeom>
            <a:avLst/>
            <a:gdLst/>
            <a:ahLst/>
            <a:cxnLst/>
            <a:rect l="l" t="t" r="r" b="b"/>
            <a:pathLst>
              <a:path w="30485" h="651612">
                <a:moveTo>
                  <a:pt x="30485" y="0"/>
                </a:moveTo>
                <a:lnTo>
                  <a:pt x="30485" y="0"/>
                </a:lnTo>
                <a:lnTo>
                  <a:pt x="30485" y="651612"/>
                </a:lnTo>
                <a:lnTo>
                  <a:pt x="30485" y="651612"/>
                </a:lnTo>
                <a:cubicBezTo>
                  <a:pt x="13649" y="651612"/>
                  <a:pt x="0" y="637963"/>
                  <a:pt x="0" y="621127"/>
                </a:cubicBezTo>
                <a:lnTo>
                  <a:pt x="0" y="30485"/>
                </a:lnTo>
                <a:cubicBezTo>
                  <a:pt x="0" y="13660"/>
                  <a:pt x="13660" y="0"/>
                  <a:pt x="30485" y="0"/>
                </a:cubicBezTo>
                <a:close/>
              </a:path>
            </a:pathLst>
          </a:custGeom>
          <a:solidFill>
            <a:srgbClr val="FE9A00"/>
          </a:solidFill>
          <a:ln/>
        </p:spPr>
      </p:sp>
      <p:sp>
        <p:nvSpPr>
          <p:cNvPr id="44" name="Shape 42"/>
          <p:cNvSpPr/>
          <p:nvPr/>
        </p:nvSpPr>
        <p:spPr>
          <a:xfrm>
            <a:off x="6553033" y="3540041"/>
            <a:ext cx="115747" cy="154329"/>
          </a:xfrm>
          <a:custGeom>
            <a:avLst/>
            <a:gdLst/>
            <a:ahLst/>
            <a:cxnLst/>
            <a:rect l="l" t="t" r="r" b="b"/>
            <a:pathLst>
              <a:path w="115747" h="154329">
                <a:moveTo>
                  <a:pt x="4823" y="19291"/>
                </a:moveTo>
                <a:cubicBezTo>
                  <a:pt x="4823" y="8651"/>
                  <a:pt x="13474" y="0"/>
                  <a:pt x="24114" y="0"/>
                </a:cubicBezTo>
                <a:lnTo>
                  <a:pt x="91633" y="0"/>
                </a:lnTo>
                <a:cubicBezTo>
                  <a:pt x="102273" y="0"/>
                  <a:pt x="110924" y="8651"/>
                  <a:pt x="110924" y="19291"/>
                </a:cubicBezTo>
                <a:lnTo>
                  <a:pt x="110924" y="135038"/>
                </a:lnTo>
                <a:cubicBezTo>
                  <a:pt x="110924" y="145678"/>
                  <a:pt x="102273" y="154329"/>
                  <a:pt x="91633" y="154329"/>
                </a:cubicBezTo>
                <a:lnTo>
                  <a:pt x="24114" y="154329"/>
                </a:lnTo>
                <a:cubicBezTo>
                  <a:pt x="13474" y="154329"/>
                  <a:pt x="4823" y="145678"/>
                  <a:pt x="4823" y="135038"/>
                </a:cubicBezTo>
                <a:lnTo>
                  <a:pt x="4823" y="19291"/>
                </a:lnTo>
                <a:close/>
                <a:moveTo>
                  <a:pt x="24114" y="19291"/>
                </a:moveTo>
                <a:lnTo>
                  <a:pt x="24114" y="110924"/>
                </a:lnTo>
                <a:lnTo>
                  <a:pt x="91633" y="110924"/>
                </a:lnTo>
                <a:lnTo>
                  <a:pt x="91633" y="19291"/>
                </a:lnTo>
                <a:lnTo>
                  <a:pt x="24114" y="19291"/>
                </a:lnTo>
                <a:close/>
                <a:moveTo>
                  <a:pt x="57873" y="142272"/>
                </a:moveTo>
                <a:cubicBezTo>
                  <a:pt x="63209" y="142272"/>
                  <a:pt x="67519" y="137962"/>
                  <a:pt x="67519" y="132627"/>
                </a:cubicBezTo>
                <a:cubicBezTo>
                  <a:pt x="67519" y="127291"/>
                  <a:pt x="63209" y="122981"/>
                  <a:pt x="57873" y="122981"/>
                </a:cubicBezTo>
                <a:cubicBezTo>
                  <a:pt x="52538" y="122981"/>
                  <a:pt x="48228" y="127291"/>
                  <a:pt x="48228" y="132627"/>
                </a:cubicBezTo>
                <a:cubicBezTo>
                  <a:pt x="48228" y="137962"/>
                  <a:pt x="52538" y="142272"/>
                  <a:pt x="57873" y="142272"/>
                </a:cubicBezTo>
                <a:close/>
              </a:path>
            </a:pathLst>
          </a:custGeom>
          <a:solidFill>
            <a:srgbClr val="FE9A00"/>
          </a:solidFill>
          <a:ln/>
        </p:spPr>
      </p:sp>
      <p:sp>
        <p:nvSpPr>
          <p:cNvPr id="45" name="Text 43"/>
          <p:cNvSpPr/>
          <p:nvPr/>
        </p:nvSpPr>
        <p:spPr>
          <a:xfrm>
            <a:off x="6808105" y="3505746"/>
            <a:ext cx="3352371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UI/UX cần tinh chỉnh mobile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808105" y="3745813"/>
            <a:ext cx="3352371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Giao diện chưa tối ưu hoàn toàn cho thiết bị di động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94179" y="4157358"/>
            <a:ext cx="5279580" cy="651612"/>
          </a:xfrm>
          <a:custGeom>
            <a:avLst/>
            <a:gdLst/>
            <a:ahLst/>
            <a:cxnLst/>
            <a:rect l="l" t="t" r="r" b="b"/>
            <a:pathLst>
              <a:path w="5279580" h="651612">
                <a:moveTo>
                  <a:pt x="30485" y="0"/>
                </a:moveTo>
                <a:lnTo>
                  <a:pt x="5142396" y="0"/>
                </a:lnTo>
                <a:cubicBezTo>
                  <a:pt x="5218161" y="0"/>
                  <a:pt x="5279580" y="61419"/>
                  <a:pt x="5279580" y="137184"/>
                </a:cubicBezTo>
                <a:lnTo>
                  <a:pt x="5279580" y="514428"/>
                </a:lnTo>
                <a:cubicBezTo>
                  <a:pt x="5279580" y="590193"/>
                  <a:pt x="5218161" y="651612"/>
                  <a:pt x="5142396" y="651612"/>
                </a:cubicBezTo>
                <a:lnTo>
                  <a:pt x="30485" y="651612"/>
                </a:lnTo>
                <a:cubicBezTo>
                  <a:pt x="13649" y="651612"/>
                  <a:pt x="0" y="637963"/>
                  <a:pt x="0" y="621127"/>
                </a:cubicBezTo>
                <a:lnTo>
                  <a:pt x="0" y="30485"/>
                </a:lnTo>
                <a:cubicBezTo>
                  <a:pt x="0" y="13660"/>
                  <a:pt x="13660" y="0"/>
                  <a:pt x="30485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394179" y="4157358"/>
            <a:ext cx="30485" cy="651612"/>
          </a:xfrm>
          <a:custGeom>
            <a:avLst/>
            <a:gdLst/>
            <a:ahLst/>
            <a:cxnLst/>
            <a:rect l="l" t="t" r="r" b="b"/>
            <a:pathLst>
              <a:path w="30485" h="651612">
                <a:moveTo>
                  <a:pt x="30485" y="0"/>
                </a:moveTo>
                <a:lnTo>
                  <a:pt x="30485" y="0"/>
                </a:lnTo>
                <a:lnTo>
                  <a:pt x="30485" y="651612"/>
                </a:lnTo>
                <a:lnTo>
                  <a:pt x="30485" y="651612"/>
                </a:lnTo>
                <a:cubicBezTo>
                  <a:pt x="13649" y="651612"/>
                  <a:pt x="0" y="637963"/>
                  <a:pt x="0" y="621127"/>
                </a:cubicBezTo>
                <a:lnTo>
                  <a:pt x="0" y="30485"/>
                </a:lnTo>
                <a:cubicBezTo>
                  <a:pt x="0" y="13660"/>
                  <a:pt x="13660" y="0"/>
                  <a:pt x="30485" y="0"/>
                </a:cubicBezTo>
                <a:close/>
              </a:path>
            </a:pathLst>
          </a:custGeom>
          <a:solidFill>
            <a:srgbClr val="FE9A00"/>
          </a:solidFill>
          <a:ln/>
        </p:spPr>
      </p:sp>
      <p:sp>
        <p:nvSpPr>
          <p:cNvPr id="49" name="Shape 47"/>
          <p:cNvSpPr/>
          <p:nvPr/>
        </p:nvSpPr>
        <p:spPr>
          <a:xfrm>
            <a:off x="6543388" y="4294539"/>
            <a:ext cx="135038" cy="154329"/>
          </a:xfrm>
          <a:custGeom>
            <a:avLst/>
            <a:gdLst/>
            <a:ahLst/>
            <a:cxnLst/>
            <a:rect l="l" t="t" r="r" b="b"/>
            <a:pathLst>
              <a:path w="135038" h="154329">
                <a:moveTo>
                  <a:pt x="135038" y="62033"/>
                </a:moveTo>
                <a:cubicBezTo>
                  <a:pt x="130577" y="64987"/>
                  <a:pt x="125453" y="67368"/>
                  <a:pt x="120117" y="69267"/>
                </a:cubicBezTo>
                <a:cubicBezTo>
                  <a:pt x="105951" y="74331"/>
                  <a:pt x="87353" y="77165"/>
                  <a:pt x="67519" y="77165"/>
                </a:cubicBezTo>
                <a:cubicBezTo>
                  <a:pt x="47685" y="77165"/>
                  <a:pt x="29057" y="74301"/>
                  <a:pt x="14920" y="69267"/>
                </a:cubicBezTo>
                <a:cubicBezTo>
                  <a:pt x="9615" y="67368"/>
                  <a:pt x="4461" y="64987"/>
                  <a:pt x="0" y="62033"/>
                </a:cubicBezTo>
                <a:lnTo>
                  <a:pt x="0" y="86810"/>
                </a:lnTo>
                <a:cubicBezTo>
                  <a:pt x="0" y="100133"/>
                  <a:pt x="30233" y="110924"/>
                  <a:pt x="67519" y="110924"/>
                </a:cubicBezTo>
                <a:cubicBezTo>
                  <a:pt x="104805" y="110924"/>
                  <a:pt x="135038" y="100133"/>
                  <a:pt x="135038" y="86810"/>
                </a:cubicBezTo>
                <a:lnTo>
                  <a:pt x="135038" y="62033"/>
                </a:lnTo>
                <a:close/>
                <a:moveTo>
                  <a:pt x="135038" y="38582"/>
                </a:moveTo>
                <a:lnTo>
                  <a:pt x="135038" y="24114"/>
                </a:lnTo>
                <a:cubicBezTo>
                  <a:pt x="135038" y="10791"/>
                  <a:pt x="104805" y="0"/>
                  <a:pt x="67519" y="0"/>
                </a:cubicBezTo>
                <a:cubicBezTo>
                  <a:pt x="30233" y="0"/>
                  <a:pt x="0" y="10791"/>
                  <a:pt x="0" y="24114"/>
                </a:cubicBezTo>
                <a:lnTo>
                  <a:pt x="0" y="38582"/>
                </a:lnTo>
                <a:cubicBezTo>
                  <a:pt x="0" y="51905"/>
                  <a:pt x="30233" y="62696"/>
                  <a:pt x="67519" y="62696"/>
                </a:cubicBezTo>
                <a:cubicBezTo>
                  <a:pt x="104805" y="62696"/>
                  <a:pt x="135038" y="51905"/>
                  <a:pt x="135038" y="38582"/>
                </a:cubicBezTo>
                <a:close/>
                <a:moveTo>
                  <a:pt x="120117" y="117495"/>
                </a:moveTo>
                <a:cubicBezTo>
                  <a:pt x="105981" y="122529"/>
                  <a:pt x="87383" y="125392"/>
                  <a:pt x="67519" y="125392"/>
                </a:cubicBezTo>
                <a:cubicBezTo>
                  <a:pt x="47655" y="125392"/>
                  <a:pt x="29057" y="122529"/>
                  <a:pt x="14920" y="117495"/>
                </a:cubicBezTo>
                <a:cubicBezTo>
                  <a:pt x="9615" y="115596"/>
                  <a:pt x="4461" y="113215"/>
                  <a:pt x="0" y="110261"/>
                </a:cubicBezTo>
                <a:lnTo>
                  <a:pt x="0" y="130215"/>
                </a:lnTo>
                <a:cubicBezTo>
                  <a:pt x="0" y="143538"/>
                  <a:pt x="30233" y="154329"/>
                  <a:pt x="67519" y="154329"/>
                </a:cubicBezTo>
                <a:cubicBezTo>
                  <a:pt x="104805" y="154329"/>
                  <a:pt x="135038" y="143538"/>
                  <a:pt x="135038" y="130215"/>
                </a:cubicBezTo>
                <a:lnTo>
                  <a:pt x="135038" y="110261"/>
                </a:lnTo>
                <a:cubicBezTo>
                  <a:pt x="130577" y="113215"/>
                  <a:pt x="125453" y="115596"/>
                  <a:pt x="120117" y="117495"/>
                </a:cubicBezTo>
                <a:close/>
              </a:path>
            </a:pathLst>
          </a:custGeom>
          <a:solidFill>
            <a:srgbClr val="FE9A00"/>
          </a:solidFill>
          <a:ln/>
        </p:spPr>
      </p:sp>
      <p:sp>
        <p:nvSpPr>
          <p:cNvPr id="50" name="Text 48"/>
          <p:cNvSpPr/>
          <p:nvPr/>
        </p:nvSpPr>
        <p:spPr>
          <a:xfrm>
            <a:off x="6808105" y="4260244"/>
            <a:ext cx="3849654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Chưa triển khai production DB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808105" y="4500311"/>
            <a:ext cx="3849654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Sử dụng SQLite và In-Memory, chưa có PostgreSQL/MySQL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346764" y="5334838"/>
            <a:ext cx="11496566" cy="762119"/>
          </a:xfrm>
          <a:custGeom>
            <a:avLst/>
            <a:gdLst/>
            <a:ahLst/>
            <a:cxnLst/>
            <a:rect l="l" t="t" r="r" b="b"/>
            <a:pathLst>
              <a:path w="11496566" h="762119">
                <a:moveTo>
                  <a:pt x="137181" y="0"/>
                </a:moveTo>
                <a:lnTo>
                  <a:pt x="11359385" y="0"/>
                </a:lnTo>
                <a:cubicBezTo>
                  <a:pt x="11435148" y="0"/>
                  <a:pt x="11496566" y="61418"/>
                  <a:pt x="11496566" y="137181"/>
                </a:cubicBezTo>
                <a:lnTo>
                  <a:pt x="11496566" y="624938"/>
                </a:lnTo>
                <a:cubicBezTo>
                  <a:pt x="11496566" y="700701"/>
                  <a:pt x="11435148" y="762119"/>
                  <a:pt x="11359385" y="762119"/>
                </a:cubicBezTo>
                <a:lnTo>
                  <a:pt x="137181" y="762119"/>
                </a:lnTo>
                <a:cubicBezTo>
                  <a:pt x="61418" y="762119"/>
                  <a:pt x="0" y="700701"/>
                  <a:pt x="0" y="624938"/>
                </a:cubicBezTo>
                <a:lnTo>
                  <a:pt x="0" y="137181"/>
                </a:lnTo>
                <a:cubicBezTo>
                  <a:pt x="0" y="61418"/>
                  <a:pt x="61418" y="0"/>
                  <a:pt x="137181" y="0"/>
                </a:cubicBezTo>
                <a:close/>
              </a:path>
            </a:pathLst>
          </a:custGeom>
          <a:gradFill flip="none" rotWithShape="1">
            <a:gsLst>
              <a:gs pos="0">
                <a:srgbClr val="EFF6FF"/>
              </a:gs>
              <a:gs pos="100000">
                <a:srgbClr val="FAF5FF"/>
              </a:gs>
            </a:gsLst>
            <a:lin ang="0" scaled="1"/>
          </a:gradFill>
          <a:ln w="11289">
            <a:solidFill>
              <a:srgbClr val="BEDB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54203" y="5587288"/>
            <a:ext cx="192911" cy="257215"/>
          </a:xfrm>
          <a:custGeom>
            <a:avLst/>
            <a:gdLst/>
            <a:ahLst/>
            <a:cxnLst/>
            <a:rect l="l" t="t" r="r" b="b"/>
            <a:pathLst>
              <a:path w="192911" h="257215">
                <a:moveTo>
                  <a:pt x="147145" y="192911"/>
                </a:moveTo>
                <a:cubicBezTo>
                  <a:pt x="150813" y="181708"/>
                  <a:pt x="158147" y="171561"/>
                  <a:pt x="166436" y="162819"/>
                </a:cubicBezTo>
                <a:cubicBezTo>
                  <a:pt x="182864" y="145538"/>
                  <a:pt x="192911" y="122177"/>
                  <a:pt x="192911" y="96456"/>
                </a:cubicBezTo>
                <a:cubicBezTo>
                  <a:pt x="192911" y="43204"/>
                  <a:pt x="149707" y="0"/>
                  <a:pt x="96456" y="0"/>
                </a:cubicBezTo>
                <a:cubicBezTo>
                  <a:pt x="43204" y="0"/>
                  <a:pt x="0" y="43204"/>
                  <a:pt x="0" y="96456"/>
                </a:cubicBezTo>
                <a:cubicBezTo>
                  <a:pt x="0" y="122177"/>
                  <a:pt x="10047" y="145538"/>
                  <a:pt x="26475" y="162819"/>
                </a:cubicBezTo>
                <a:cubicBezTo>
                  <a:pt x="34764" y="171561"/>
                  <a:pt x="42149" y="181708"/>
                  <a:pt x="45766" y="192911"/>
                </a:cubicBezTo>
                <a:lnTo>
                  <a:pt x="147095" y="192911"/>
                </a:lnTo>
                <a:close/>
                <a:moveTo>
                  <a:pt x="144684" y="217025"/>
                </a:moveTo>
                <a:lnTo>
                  <a:pt x="48228" y="217025"/>
                </a:lnTo>
                <a:lnTo>
                  <a:pt x="48228" y="225063"/>
                </a:lnTo>
                <a:cubicBezTo>
                  <a:pt x="48228" y="247268"/>
                  <a:pt x="66213" y="265253"/>
                  <a:pt x="88418" y="265253"/>
                </a:cubicBezTo>
                <a:lnTo>
                  <a:pt x="104494" y="265253"/>
                </a:lnTo>
                <a:cubicBezTo>
                  <a:pt x="126699" y="265253"/>
                  <a:pt x="144684" y="247268"/>
                  <a:pt x="144684" y="225063"/>
                </a:cubicBezTo>
                <a:lnTo>
                  <a:pt x="144684" y="217025"/>
                </a:lnTo>
                <a:close/>
                <a:moveTo>
                  <a:pt x="92437" y="56266"/>
                </a:moveTo>
                <a:cubicBezTo>
                  <a:pt x="72442" y="56266"/>
                  <a:pt x="56266" y="72442"/>
                  <a:pt x="56266" y="92437"/>
                </a:cubicBezTo>
                <a:cubicBezTo>
                  <a:pt x="56266" y="99118"/>
                  <a:pt x="50890" y="104494"/>
                  <a:pt x="44209" y="104494"/>
                </a:cubicBezTo>
                <a:cubicBezTo>
                  <a:pt x="37527" y="104494"/>
                  <a:pt x="32152" y="99118"/>
                  <a:pt x="32152" y="92437"/>
                </a:cubicBezTo>
                <a:cubicBezTo>
                  <a:pt x="32152" y="59129"/>
                  <a:pt x="59129" y="32152"/>
                  <a:pt x="92437" y="32152"/>
                </a:cubicBezTo>
                <a:cubicBezTo>
                  <a:pt x="99118" y="32152"/>
                  <a:pt x="104494" y="37527"/>
                  <a:pt x="104494" y="44209"/>
                </a:cubicBezTo>
                <a:cubicBezTo>
                  <a:pt x="104494" y="50890"/>
                  <a:pt x="99118" y="56266"/>
                  <a:pt x="92437" y="56266"/>
                </a:cubicBezTo>
                <a:close/>
              </a:path>
            </a:pathLst>
          </a:custGeom>
          <a:solidFill>
            <a:srgbClr val="2B7FFF"/>
          </a:solidFill>
          <a:ln/>
        </p:spPr>
      </p:sp>
      <p:sp>
        <p:nvSpPr>
          <p:cNvPr id="54" name="Text 52"/>
          <p:cNvSpPr/>
          <p:nvPr/>
        </p:nvSpPr>
        <p:spPr>
          <a:xfrm>
            <a:off x="946457" y="5475828"/>
            <a:ext cx="9002532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5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Hướng phát triển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946457" y="5750191"/>
            <a:ext cx="8993958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Thêm tính năng like/comment đầy đủ • Phân trang danh sách • Cải thiện thông báo lỗi • Tích hợp PostgreSQL • Triển khai CI/CD pipeline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539"/>
          </a:xfrm>
          <a:custGeom>
            <a:avLst/>
            <a:gdLst/>
            <a:ahLst/>
            <a:cxnLst/>
            <a:rect l="l" t="t" r="r" b="b"/>
            <a:pathLst>
              <a:path w="12192000" h="6858539">
                <a:moveTo>
                  <a:pt x="0" y="0"/>
                </a:moveTo>
                <a:lnTo>
                  <a:pt x="12192000" y="0"/>
                </a:lnTo>
                <a:lnTo>
                  <a:pt x="12192000" y="6858539"/>
                </a:lnTo>
                <a:lnTo>
                  <a:pt x="0" y="6858539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8FAFC"/>
              </a:gs>
              <a:gs pos="50000">
                <a:srgbClr val="FFFFFF"/>
              </a:gs>
              <a:gs pos="100000">
                <a:srgbClr val="EFF6FF"/>
              </a:gs>
            </a:gsLst>
            <a:lin ang="27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9366826" y="344650"/>
            <a:ext cx="2481481" cy="2481481"/>
          </a:xfrm>
          <a:custGeom>
            <a:avLst/>
            <a:gdLst/>
            <a:ahLst/>
            <a:cxnLst/>
            <a:rect l="l" t="t" r="r" b="b"/>
            <a:pathLst>
              <a:path w="2481481" h="2481481">
                <a:moveTo>
                  <a:pt x="1240741" y="0"/>
                </a:moveTo>
                <a:lnTo>
                  <a:pt x="1240741" y="0"/>
                </a:lnTo>
                <a:cubicBezTo>
                  <a:pt x="1925524" y="0"/>
                  <a:pt x="2481481" y="555957"/>
                  <a:pt x="2481481" y="1240741"/>
                </a:cubicBezTo>
                <a:lnTo>
                  <a:pt x="2481481" y="1240741"/>
                </a:lnTo>
                <a:cubicBezTo>
                  <a:pt x="2481481" y="1925524"/>
                  <a:pt x="1925524" y="2481481"/>
                  <a:pt x="1240741" y="2481481"/>
                </a:cubicBezTo>
                <a:lnTo>
                  <a:pt x="1240741" y="2481481"/>
                </a:lnTo>
                <a:cubicBezTo>
                  <a:pt x="555957" y="2481481"/>
                  <a:pt x="0" y="1925524"/>
                  <a:pt x="0" y="1240741"/>
                </a:cubicBezTo>
                <a:lnTo>
                  <a:pt x="0" y="1240741"/>
                </a:lnTo>
                <a:cubicBezTo>
                  <a:pt x="0" y="555957"/>
                  <a:pt x="555957" y="0"/>
                  <a:pt x="1240741" y="0"/>
                </a:cubicBezTo>
                <a:close/>
              </a:path>
            </a:pathLst>
          </a:custGeom>
          <a:solidFill>
            <a:srgbClr val="51A2FF"/>
          </a:solidFill>
          <a:ln/>
        </p:spPr>
      </p:sp>
      <p:sp>
        <p:nvSpPr>
          <p:cNvPr id="4" name="Shape 2"/>
          <p:cNvSpPr/>
          <p:nvPr/>
        </p:nvSpPr>
        <p:spPr>
          <a:xfrm>
            <a:off x="344650" y="4032407"/>
            <a:ext cx="2481481" cy="2481481"/>
          </a:xfrm>
          <a:custGeom>
            <a:avLst/>
            <a:gdLst/>
            <a:ahLst/>
            <a:cxnLst/>
            <a:rect l="l" t="t" r="r" b="b"/>
            <a:pathLst>
              <a:path w="2481481" h="2481481">
                <a:moveTo>
                  <a:pt x="1240741" y="0"/>
                </a:moveTo>
                <a:lnTo>
                  <a:pt x="1240741" y="0"/>
                </a:lnTo>
                <a:cubicBezTo>
                  <a:pt x="1925524" y="0"/>
                  <a:pt x="2481481" y="555957"/>
                  <a:pt x="2481481" y="1240741"/>
                </a:cubicBezTo>
                <a:lnTo>
                  <a:pt x="2481481" y="1240741"/>
                </a:lnTo>
                <a:cubicBezTo>
                  <a:pt x="2481481" y="1925524"/>
                  <a:pt x="1925524" y="2481481"/>
                  <a:pt x="1240741" y="2481481"/>
                </a:cubicBezTo>
                <a:lnTo>
                  <a:pt x="1240741" y="2481481"/>
                </a:lnTo>
                <a:cubicBezTo>
                  <a:pt x="555957" y="2481481"/>
                  <a:pt x="0" y="1925524"/>
                  <a:pt x="0" y="1240741"/>
                </a:cubicBezTo>
                <a:lnTo>
                  <a:pt x="0" y="1240741"/>
                </a:lnTo>
                <a:cubicBezTo>
                  <a:pt x="0" y="555957"/>
                  <a:pt x="555957" y="0"/>
                  <a:pt x="1240741" y="0"/>
                </a:cubicBezTo>
                <a:close/>
              </a:path>
            </a:pathLst>
          </a:custGeom>
          <a:solidFill>
            <a:srgbClr val="C27AFF"/>
          </a:solidFill>
          <a:ln/>
        </p:spPr>
      </p:sp>
      <p:sp>
        <p:nvSpPr>
          <p:cNvPr id="5" name="Text 3"/>
          <p:cNvSpPr/>
          <p:nvPr/>
        </p:nvSpPr>
        <p:spPr>
          <a:xfrm>
            <a:off x="344650" y="344650"/>
            <a:ext cx="11571630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b="1" kern="0" spc="109" dirty="0">
                <a:solidFill>
                  <a:srgbClr val="2B7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44650" y="620370"/>
            <a:ext cx="11657792" cy="34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42" b="1" dirty="0">
                <a:solidFill>
                  <a:srgbClr val="10182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KẾT LUẬN &amp; BÀI HỌC KINH NGHIỆM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48480" y="1106710"/>
            <a:ext cx="5659922" cy="3660951"/>
          </a:xfrm>
          <a:custGeom>
            <a:avLst/>
            <a:gdLst/>
            <a:ahLst/>
            <a:cxnLst/>
            <a:rect l="l" t="t" r="r" b="b"/>
            <a:pathLst>
              <a:path w="5659922" h="3660951">
                <a:moveTo>
                  <a:pt x="206807" y="0"/>
                </a:moveTo>
                <a:lnTo>
                  <a:pt x="5453115" y="0"/>
                </a:lnTo>
                <a:cubicBezTo>
                  <a:pt x="5567331" y="0"/>
                  <a:pt x="5659922" y="92591"/>
                  <a:pt x="5659922" y="206807"/>
                </a:cubicBezTo>
                <a:lnTo>
                  <a:pt x="5659922" y="3454144"/>
                </a:lnTo>
                <a:cubicBezTo>
                  <a:pt x="5659922" y="3568360"/>
                  <a:pt x="5567331" y="3660951"/>
                  <a:pt x="5453115" y="3660951"/>
                </a:cubicBezTo>
                <a:lnTo>
                  <a:pt x="206807" y="3660951"/>
                </a:lnTo>
                <a:cubicBezTo>
                  <a:pt x="92591" y="3660951"/>
                  <a:pt x="0" y="3568360"/>
                  <a:pt x="0" y="3454144"/>
                </a:cubicBezTo>
                <a:lnTo>
                  <a:pt x="0" y="206807"/>
                </a:lnTo>
                <a:cubicBezTo>
                  <a:pt x="0" y="92667"/>
                  <a:pt x="92667" y="0"/>
                  <a:pt x="206807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11289">
            <a:solidFill>
              <a:srgbClr val="FFFFFF">
                <a:alpha val="50196"/>
              </a:srgbClr>
            </a:solidFill>
            <a:prstDash val="solid"/>
          </a:ln>
          <a:effectLst>
            <a:outerShdw blurRad="206790" dist="34465" dir="5400000" algn="bl" rotWithShape="0">
              <a:srgbClr val="000000">
                <a:alpha val="7843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24634" y="1282863"/>
            <a:ext cx="413580" cy="413580"/>
          </a:xfrm>
          <a:custGeom>
            <a:avLst/>
            <a:gdLst/>
            <a:ahLst/>
            <a:cxnLst/>
            <a:rect l="l" t="t" r="r" b="b"/>
            <a:pathLst>
              <a:path w="413580" h="413580">
                <a:moveTo>
                  <a:pt x="137859" y="0"/>
                </a:moveTo>
                <a:lnTo>
                  <a:pt x="275722" y="0"/>
                </a:lnTo>
                <a:cubicBezTo>
                  <a:pt x="351808" y="0"/>
                  <a:pt x="413580" y="61772"/>
                  <a:pt x="413580" y="137859"/>
                </a:cubicBezTo>
                <a:lnTo>
                  <a:pt x="413580" y="275722"/>
                </a:lnTo>
                <a:cubicBezTo>
                  <a:pt x="413580" y="351859"/>
                  <a:pt x="351859" y="413580"/>
                  <a:pt x="275722" y="413580"/>
                </a:cubicBezTo>
                <a:lnTo>
                  <a:pt x="137859" y="413580"/>
                </a:lnTo>
                <a:cubicBezTo>
                  <a:pt x="61772" y="413580"/>
                  <a:pt x="0" y="351808"/>
                  <a:pt x="0" y="275722"/>
                </a:cubicBezTo>
                <a:lnTo>
                  <a:pt x="0" y="137859"/>
                </a:lnTo>
                <a:cubicBezTo>
                  <a:pt x="0" y="61721"/>
                  <a:pt x="61721" y="0"/>
                  <a:pt x="137859" y="0"/>
                </a:cubicBezTo>
                <a:close/>
              </a:path>
            </a:pathLst>
          </a:custGeom>
          <a:gradFill flip="none" rotWithShape="1">
            <a:gsLst>
              <a:gs pos="0">
                <a:srgbClr val="2B7FFF"/>
              </a:gs>
              <a:gs pos="100000">
                <a:srgbClr val="9810FA"/>
              </a:gs>
            </a:gsLst>
            <a:lin ang="2700000" scaled="1"/>
          </a:gradFill>
          <a:ln/>
        </p:spPr>
      </p:sp>
      <p:sp>
        <p:nvSpPr>
          <p:cNvPr id="9" name="Shape 7"/>
          <p:cNvSpPr/>
          <p:nvPr/>
        </p:nvSpPr>
        <p:spPr>
          <a:xfrm>
            <a:off x="634491" y="1403490"/>
            <a:ext cx="193866" cy="172325"/>
          </a:xfrm>
          <a:custGeom>
            <a:avLst/>
            <a:gdLst/>
            <a:ahLst/>
            <a:cxnLst/>
            <a:rect l="l" t="t" r="r" b="b"/>
            <a:pathLst>
              <a:path w="193866" h="172325">
                <a:moveTo>
                  <a:pt x="16155" y="65901"/>
                </a:moveTo>
                <a:lnTo>
                  <a:pt x="86566" y="94880"/>
                </a:lnTo>
                <a:cubicBezTo>
                  <a:pt x="89865" y="96226"/>
                  <a:pt x="93365" y="96933"/>
                  <a:pt x="96933" y="96933"/>
                </a:cubicBezTo>
                <a:cubicBezTo>
                  <a:pt x="100501" y="96933"/>
                  <a:pt x="104001" y="96226"/>
                  <a:pt x="107299" y="94880"/>
                </a:cubicBezTo>
                <a:lnTo>
                  <a:pt x="188884" y="61290"/>
                </a:lnTo>
                <a:cubicBezTo>
                  <a:pt x="191914" y="60045"/>
                  <a:pt x="193866" y="57116"/>
                  <a:pt x="193866" y="53852"/>
                </a:cubicBezTo>
                <a:cubicBezTo>
                  <a:pt x="193866" y="50587"/>
                  <a:pt x="191914" y="47659"/>
                  <a:pt x="188884" y="46413"/>
                </a:cubicBezTo>
                <a:lnTo>
                  <a:pt x="107299" y="12823"/>
                </a:lnTo>
                <a:cubicBezTo>
                  <a:pt x="104001" y="11477"/>
                  <a:pt x="100501" y="10770"/>
                  <a:pt x="96933" y="10770"/>
                </a:cubicBezTo>
                <a:cubicBezTo>
                  <a:pt x="93365" y="10770"/>
                  <a:pt x="89865" y="11477"/>
                  <a:pt x="86566" y="12823"/>
                </a:cubicBezTo>
                <a:lnTo>
                  <a:pt x="4981" y="46413"/>
                </a:lnTo>
                <a:cubicBezTo>
                  <a:pt x="1952" y="47659"/>
                  <a:pt x="0" y="50587"/>
                  <a:pt x="0" y="53852"/>
                </a:cubicBezTo>
                <a:lnTo>
                  <a:pt x="0" y="153477"/>
                </a:lnTo>
                <a:cubicBezTo>
                  <a:pt x="0" y="157953"/>
                  <a:pt x="3601" y="161555"/>
                  <a:pt x="8078" y="161555"/>
                </a:cubicBezTo>
                <a:cubicBezTo>
                  <a:pt x="12554" y="161555"/>
                  <a:pt x="16155" y="157953"/>
                  <a:pt x="16155" y="153477"/>
                </a:cubicBezTo>
                <a:lnTo>
                  <a:pt x="16155" y="65901"/>
                </a:lnTo>
                <a:close/>
                <a:moveTo>
                  <a:pt x="32311" y="90033"/>
                </a:moveTo>
                <a:lnTo>
                  <a:pt x="32311" y="129244"/>
                </a:lnTo>
                <a:cubicBezTo>
                  <a:pt x="32311" y="147082"/>
                  <a:pt x="61256" y="161555"/>
                  <a:pt x="96933" y="161555"/>
                </a:cubicBezTo>
                <a:cubicBezTo>
                  <a:pt x="132610" y="161555"/>
                  <a:pt x="161555" y="147082"/>
                  <a:pt x="161555" y="129244"/>
                </a:cubicBezTo>
                <a:lnTo>
                  <a:pt x="161555" y="89999"/>
                </a:lnTo>
                <a:lnTo>
                  <a:pt x="113459" y="109824"/>
                </a:lnTo>
                <a:cubicBezTo>
                  <a:pt x="108208" y="111978"/>
                  <a:pt x="102621" y="113088"/>
                  <a:pt x="96933" y="113088"/>
                </a:cubicBezTo>
                <a:cubicBezTo>
                  <a:pt x="91245" y="113088"/>
                  <a:pt x="85658" y="111978"/>
                  <a:pt x="80407" y="109824"/>
                </a:cubicBezTo>
                <a:lnTo>
                  <a:pt x="32311" y="8999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041609" y="1369025"/>
            <a:ext cx="1154578" cy="241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7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Bài học chính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9952" y="1799838"/>
            <a:ext cx="5288466" cy="861625"/>
          </a:xfrm>
          <a:custGeom>
            <a:avLst/>
            <a:gdLst/>
            <a:ahLst/>
            <a:cxnLst/>
            <a:rect l="l" t="t" r="r" b="b"/>
            <a:pathLst>
              <a:path w="5288466" h="861625">
                <a:moveTo>
                  <a:pt x="30636" y="0"/>
                </a:moveTo>
                <a:lnTo>
                  <a:pt x="5185070" y="0"/>
                </a:lnTo>
                <a:cubicBezTo>
                  <a:pt x="5242136" y="0"/>
                  <a:pt x="5288466" y="46330"/>
                  <a:pt x="5288466" y="103395"/>
                </a:cubicBezTo>
                <a:lnTo>
                  <a:pt x="5288466" y="758230"/>
                </a:lnTo>
                <a:cubicBezTo>
                  <a:pt x="5288466" y="815296"/>
                  <a:pt x="5242136" y="861625"/>
                  <a:pt x="5185070" y="861625"/>
                </a:cubicBezTo>
                <a:lnTo>
                  <a:pt x="30636" y="861625"/>
                </a:lnTo>
                <a:cubicBezTo>
                  <a:pt x="13716" y="861625"/>
                  <a:pt x="0" y="847909"/>
                  <a:pt x="0" y="830990"/>
                </a:cubicBezTo>
                <a:lnTo>
                  <a:pt x="0" y="30636"/>
                </a:lnTo>
                <a:cubicBezTo>
                  <a:pt x="0" y="13716"/>
                  <a:pt x="13716" y="0"/>
                  <a:pt x="30636" y="0"/>
                </a:cubicBezTo>
                <a:close/>
              </a:path>
            </a:pathLst>
          </a:custGeom>
          <a:solidFill>
            <a:srgbClr val="EFF6FF"/>
          </a:solidFill>
          <a:ln/>
        </p:spPr>
      </p:sp>
      <p:sp>
        <p:nvSpPr>
          <p:cNvPr id="12" name="Shape 10"/>
          <p:cNvSpPr/>
          <p:nvPr/>
        </p:nvSpPr>
        <p:spPr>
          <a:xfrm>
            <a:off x="539952" y="1799838"/>
            <a:ext cx="30636" cy="861625"/>
          </a:xfrm>
          <a:custGeom>
            <a:avLst/>
            <a:gdLst/>
            <a:ahLst/>
            <a:cxnLst/>
            <a:rect l="l" t="t" r="r" b="b"/>
            <a:pathLst>
              <a:path w="30636" h="861625">
                <a:moveTo>
                  <a:pt x="30636" y="0"/>
                </a:moveTo>
                <a:lnTo>
                  <a:pt x="30636" y="0"/>
                </a:lnTo>
                <a:lnTo>
                  <a:pt x="30636" y="861625"/>
                </a:lnTo>
                <a:lnTo>
                  <a:pt x="30636" y="861625"/>
                </a:lnTo>
                <a:cubicBezTo>
                  <a:pt x="13716" y="861625"/>
                  <a:pt x="0" y="847909"/>
                  <a:pt x="0" y="830990"/>
                </a:cubicBezTo>
                <a:lnTo>
                  <a:pt x="0" y="30636"/>
                </a:lnTo>
                <a:cubicBezTo>
                  <a:pt x="0" y="13716"/>
                  <a:pt x="13716" y="0"/>
                  <a:pt x="30636" y="0"/>
                </a:cubicBezTo>
                <a:close/>
              </a:path>
            </a:pathLst>
          </a:custGeom>
          <a:solidFill>
            <a:srgbClr val="2B7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58665" y="1903233"/>
            <a:ext cx="5135288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 Thiết kế 3 mức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8665" y="2144488"/>
            <a:ext cx="5135288" cy="413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Ý tưởng - Luận lý - Vật lý giúp quá trình hiện thực có định hướng rõ ràng, giảm sửa đổi lớn về sau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9952" y="2764858"/>
            <a:ext cx="5288466" cy="861625"/>
          </a:xfrm>
          <a:custGeom>
            <a:avLst/>
            <a:gdLst/>
            <a:ahLst/>
            <a:cxnLst/>
            <a:rect l="l" t="t" r="r" b="b"/>
            <a:pathLst>
              <a:path w="5288466" h="861625">
                <a:moveTo>
                  <a:pt x="30636" y="0"/>
                </a:moveTo>
                <a:lnTo>
                  <a:pt x="5185070" y="0"/>
                </a:lnTo>
                <a:cubicBezTo>
                  <a:pt x="5242136" y="0"/>
                  <a:pt x="5288466" y="46330"/>
                  <a:pt x="5288466" y="103395"/>
                </a:cubicBezTo>
                <a:lnTo>
                  <a:pt x="5288466" y="758230"/>
                </a:lnTo>
                <a:cubicBezTo>
                  <a:pt x="5288466" y="815296"/>
                  <a:pt x="5242136" y="861625"/>
                  <a:pt x="5185070" y="861625"/>
                </a:cubicBezTo>
                <a:lnTo>
                  <a:pt x="30636" y="861625"/>
                </a:lnTo>
                <a:cubicBezTo>
                  <a:pt x="13716" y="861625"/>
                  <a:pt x="0" y="847909"/>
                  <a:pt x="0" y="830990"/>
                </a:cubicBezTo>
                <a:lnTo>
                  <a:pt x="0" y="30636"/>
                </a:lnTo>
                <a:cubicBezTo>
                  <a:pt x="0" y="13716"/>
                  <a:pt x="13716" y="0"/>
                  <a:pt x="30636" y="0"/>
                </a:cubicBezTo>
                <a:close/>
              </a:path>
            </a:pathLst>
          </a:custGeom>
          <a:solidFill>
            <a:srgbClr val="FAF5FF"/>
          </a:solidFill>
          <a:ln/>
        </p:spPr>
      </p:sp>
      <p:sp>
        <p:nvSpPr>
          <p:cNvPr id="16" name="Shape 14"/>
          <p:cNvSpPr/>
          <p:nvPr/>
        </p:nvSpPr>
        <p:spPr>
          <a:xfrm>
            <a:off x="539952" y="2764858"/>
            <a:ext cx="30636" cy="861625"/>
          </a:xfrm>
          <a:custGeom>
            <a:avLst/>
            <a:gdLst/>
            <a:ahLst/>
            <a:cxnLst/>
            <a:rect l="l" t="t" r="r" b="b"/>
            <a:pathLst>
              <a:path w="30636" h="861625">
                <a:moveTo>
                  <a:pt x="30636" y="0"/>
                </a:moveTo>
                <a:lnTo>
                  <a:pt x="30636" y="0"/>
                </a:lnTo>
                <a:lnTo>
                  <a:pt x="30636" y="861625"/>
                </a:lnTo>
                <a:lnTo>
                  <a:pt x="30636" y="861625"/>
                </a:lnTo>
                <a:cubicBezTo>
                  <a:pt x="13716" y="861625"/>
                  <a:pt x="0" y="847909"/>
                  <a:pt x="0" y="830990"/>
                </a:cubicBezTo>
                <a:lnTo>
                  <a:pt x="0" y="30636"/>
                </a:lnTo>
                <a:cubicBezTo>
                  <a:pt x="0" y="13716"/>
                  <a:pt x="13716" y="0"/>
                  <a:pt x="30636" y="0"/>
                </a:cubicBezTo>
                <a:close/>
              </a:path>
            </a:pathLst>
          </a:custGeom>
          <a:solidFill>
            <a:srgbClr val="AD46FF"/>
          </a:solidFill>
          <a:ln/>
        </p:spPr>
      </p:sp>
      <p:sp>
        <p:nvSpPr>
          <p:cNvPr id="17" name="Text 15"/>
          <p:cNvSpPr/>
          <p:nvPr/>
        </p:nvSpPr>
        <p:spPr>
          <a:xfrm>
            <a:off x="658665" y="2868253"/>
            <a:ext cx="5135288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 OpenAPI là hợp đồng quan trọng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8665" y="3109509"/>
            <a:ext cx="5135288" cy="413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Giúp frontend và backend "nói cùng một ngôn ngữ", loại bỏ lỗi sai lệch kiểu dữ liệu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39952" y="3729879"/>
            <a:ext cx="5288466" cy="861625"/>
          </a:xfrm>
          <a:custGeom>
            <a:avLst/>
            <a:gdLst/>
            <a:ahLst/>
            <a:cxnLst/>
            <a:rect l="l" t="t" r="r" b="b"/>
            <a:pathLst>
              <a:path w="5288466" h="861625">
                <a:moveTo>
                  <a:pt x="30636" y="0"/>
                </a:moveTo>
                <a:lnTo>
                  <a:pt x="5185070" y="0"/>
                </a:lnTo>
                <a:cubicBezTo>
                  <a:pt x="5242136" y="0"/>
                  <a:pt x="5288466" y="46330"/>
                  <a:pt x="5288466" y="103395"/>
                </a:cubicBezTo>
                <a:lnTo>
                  <a:pt x="5288466" y="758230"/>
                </a:lnTo>
                <a:cubicBezTo>
                  <a:pt x="5288466" y="815296"/>
                  <a:pt x="5242136" y="861625"/>
                  <a:pt x="5185070" y="861625"/>
                </a:cubicBezTo>
                <a:lnTo>
                  <a:pt x="30636" y="861625"/>
                </a:lnTo>
                <a:cubicBezTo>
                  <a:pt x="13716" y="861625"/>
                  <a:pt x="0" y="847909"/>
                  <a:pt x="0" y="830990"/>
                </a:cubicBezTo>
                <a:lnTo>
                  <a:pt x="0" y="30636"/>
                </a:lnTo>
                <a:cubicBezTo>
                  <a:pt x="0" y="13716"/>
                  <a:pt x="13716" y="0"/>
                  <a:pt x="30636" y="0"/>
                </a:cubicBezTo>
                <a:close/>
              </a:path>
            </a:pathLst>
          </a:custGeom>
          <a:solidFill>
            <a:srgbClr val="F0FDF4"/>
          </a:solidFill>
          <a:ln/>
        </p:spPr>
      </p:sp>
      <p:sp>
        <p:nvSpPr>
          <p:cNvPr id="20" name="Shape 18"/>
          <p:cNvSpPr/>
          <p:nvPr/>
        </p:nvSpPr>
        <p:spPr>
          <a:xfrm>
            <a:off x="539952" y="3729879"/>
            <a:ext cx="30636" cy="861625"/>
          </a:xfrm>
          <a:custGeom>
            <a:avLst/>
            <a:gdLst/>
            <a:ahLst/>
            <a:cxnLst/>
            <a:rect l="l" t="t" r="r" b="b"/>
            <a:pathLst>
              <a:path w="30636" h="861625">
                <a:moveTo>
                  <a:pt x="30636" y="0"/>
                </a:moveTo>
                <a:lnTo>
                  <a:pt x="30636" y="0"/>
                </a:lnTo>
                <a:lnTo>
                  <a:pt x="30636" y="861625"/>
                </a:lnTo>
                <a:lnTo>
                  <a:pt x="30636" y="861625"/>
                </a:lnTo>
                <a:cubicBezTo>
                  <a:pt x="13716" y="861625"/>
                  <a:pt x="0" y="847909"/>
                  <a:pt x="0" y="830990"/>
                </a:cubicBezTo>
                <a:lnTo>
                  <a:pt x="0" y="30636"/>
                </a:lnTo>
                <a:cubicBezTo>
                  <a:pt x="0" y="13716"/>
                  <a:pt x="13716" y="0"/>
                  <a:pt x="30636" y="0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21" name="Text 19"/>
          <p:cNvSpPr/>
          <p:nvPr/>
        </p:nvSpPr>
        <p:spPr>
          <a:xfrm>
            <a:off x="658665" y="3833274"/>
            <a:ext cx="5135288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 GitHub Copilot và Figma MCP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8665" y="4074529"/>
            <a:ext cx="5135288" cy="413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Hỗ trợ tốt việc sinh mã lặp lại, nhưng lập trình viên vẫn cần hiểu yêu cầu và kiểm tra code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86471" y="1106710"/>
            <a:ext cx="5659922" cy="2937185"/>
          </a:xfrm>
          <a:custGeom>
            <a:avLst/>
            <a:gdLst/>
            <a:ahLst/>
            <a:cxnLst/>
            <a:rect l="l" t="t" r="r" b="b"/>
            <a:pathLst>
              <a:path w="5659922" h="2937185">
                <a:moveTo>
                  <a:pt x="206778" y="0"/>
                </a:moveTo>
                <a:lnTo>
                  <a:pt x="5453144" y="0"/>
                </a:lnTo>
                <a:cubicBezTo>
                  <a:pt x="5567344" y="0"/>
                  <a:pt x="5659922" y="92578"/>
                  <a:pt x="5659922" y="206778"/>
                </a:cubicBezTo>
                <a:lnTo>
                  <a:pt x="5659922" y="2730408"/>
                </a:lnTo>
                <a:cubicBezTo>
                  <a:pt x="5659922" y="2844608"/>
                  <a:pt x="5567344" y="2937185"/>
                  <a:pt x="5453144" y="2937185"/>
                </a:cubicBezTo>
                <a:lnTo>
                  <a:pt x="206778" y="2937185"/>
                </a:lnTo>
                <a:cubicBezTo>
                  <a:pt x="92578" y="2937185"/>
                  <a:pt x="0" y="2844608"/>
                  <a:pt x="0" y="2730408"/>
                </a:cubicBezTo>
                <a:lnTo>
                  <a:pt x="0" y="206778"/>
                </a:lnTo>
                <a:cubicBezTo>
                  <a:pt x="0" y="92578"/>
                  <a:pt x="92578" y="0"/>
                  <a:pt x="206778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11289">
            <a:solidFill>
              <a:srgbClr val="FFFFFF">
                <a:alpha val="50196"/>
              </a:srgbClr>
            </a:solidFill>
            <a:prstDash val="solid"/>
          </a:ln>
          <a:effectLst>
            <a:outerShdw blurRad="206790" dist="34465" dir="5400000" algn="bl" rotWithShape="0">
              <a:srgbClr val="000000">
                <a:alpha val="7843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62625" y="1282863"/>
            <a:ext cx="413580" cy="413580"/>
          </a:xfrm>
          <a:custGeom>
            <a:avLst/>
            <a:gdLst/>
            <a:ahLst/>
            <a:cxnLst/>
            <a:rect l="l" t="t" r="r" b="b"/>
            <a:pathLst>
              <a:path w="413580" h="413580">
                <a:moveTo>
                  <a:pt x="137859" y="0"/>
                </a:moveTo>
                <a:lnTo>
                  <a:pt x="275722" y="0"/>
                </a:lnTo>
                <a:cubicBezTo>
                  <a:pt x="351808" y="0"/>
                  <a:pt x="413580" y="61772"/>
                  <a:pt x="413580" y="137859"/>
                </a:cubicBezTo>
                <a:lnTo>
                  <a:pt x="413580" y="275722"/>
                </a:lnTo>
                <a:cubicBezTo>
                  <a:pt x="413580" y="351859"/>
                  <a:pt x="351859" y="413580"/>
                  <a:pt x="275722" y="413580"/>
                </a:cubicBezTo>
                <a:lnTo>
                  <a:pt x="137859" y="413580"/>
                </a:lnTo>
                <a:cubicBezTo>
                  <a:pt x="61772" y="413580"/>
                  <a:pt x="0" y="351808"/>
                  <a:pt x="0" y="275722"/>
                </a:cubicBezTo>
                <a:lnTo>
                  <a:pt x="0" y="137859"/>
                </a:lnTo>
                <a:cubicBezTo>
                  <a:pt x="0" y="61721"/>
                  <a:pt x="61721" y="0"/>
                  <a:pt x="137859" y="0"/>
                </a:cubicBezTo>
                <a:close/>
              </a:path>
            </a:pathLst>
          </a:custGeom>
          <a:gradFill flip="none" rotWithShape="1">
            <a:gsLst>
              <a:gs pos="0">
                <a:srgbClr val="00C950"/>
              </a:gs>
              <a:gs pos="100000">
                <a:srgbClr val="009689"/>
              </a:gs>
            </a:gsLst>
            <a:lin ang="2700000" scaled="1"/>
          </a:gradFill>
          <a:ln/>
        </p:spPr>
      </p:sp>
      <p:sp>
        <p:nvSpPr>
          <p:cNvPr id="25" name="Shape 23"/>
          <p:cNvSpPr/>
          <p:nvPr/>
        </p:nvSpPr>
        <p:spPr>
          <a:xfrm>
            <a:off x="6472483" y="1403490"/>
            <a:ext cx="193866" cy="172325"/>
          </a:xfrm>
          <a:custGeom>
            <a:avLst/>
            <a:gdLst/>
            <a:ahLst/>
            <a:cxnLst/>
            <a:rect l="l" t="t" r="r" b="b"/>
            <a:pathLst>
              <a:path w="193866" h="172325">
                <a:moveTo>
                  <a:pt x="104169" y="-6361"/>
                </a:moveTo>
                <a:cubicBezTo>
                  <a:pt x="102789" y="-9054"/>
                  <a:pt x="99996" y="-10770"/>
                  <a:pt x="96967" y="-10770"/>
                </a:cubicBezTo>
                <a:cubicBezTo>
                  <a:pt x="93937" y="-10770"/>
                  <a:pt x="91144" y="-9054"/>
                  <a:pt x="89764" y="-6361"/>
                </a:cubicBezTo>
                <a:lnTo>
                  <a:pt x="64992" y="42173"/>
                </a:lnTo>
                <a:lnTo>
                  <a:pt x="11174" y="50721"/>
                </a:lnTo>
                <a:cubicBezTo>
                  <a:pt x="8179" y="51193"/>
                  <a:pt x="5688" y="53313"/>
                  <a:pt x="4746" y="56208"/>
                </a:cubicBezTo>
                <a:cubicBezTo>
                  <a:pt x="3803" y="59102"/>
                  <a:pt x="4577" y="62266"/>
                  <a:pt x="6698" y="64420"/>
                </a:cubicBezTo>
                <a:lnTo>
                  <a:pt x="45202" y="102958"/>
                </a:lnTo>
                <a:lnTo>
                  <a:pt x="36720" y="156775"/>
                </a:lnTo>
                <a:cubicBezTo>
                  <a:pt x="36249" y="159771"/>
                  <a:pt x="37494" y="162800"/>
                  <a:pt x="39951" y="164584"/>
                </a:cubicBezTo>
                <a:cubicBezTo>
                  <a:pt x="42408" y="166368"/>
                  <a:pt x="45639" y="166637"/>
                  <a:pt x="48365" y="165257"/>
                </a:cubicBezTo>
                <a:lnTo>
                  <a:pt x="96967" y="140553"/>
                </a:lnTo>
                <a:lnTo>
                  <a:pt x="145534" y="165257"/>
                </a:lnTo>
                <a:cubicBezTo>
                  <a:pt x="148227" y="166637"/>
                  <a:pt x="151491" y="166368"/>
                  <a:pt x="153948" y="164584"/>
                </a:cubicBezTo>
                <a:cubicBezTo>
                  <a:pt x="156405" y="162800"/>
                  <a:pt x="157651" y="159805"/>
                  <a:pt x="157179" y="156775"/>
                </a:cubicBezTo>
                <a:lnTo>
                  <a:pt x="148664" y="102958"/>
                </a:lnTo>
                <a:lnTo>
                  <a:pt x="187168" y="64420"/>
                </a:lnTo>
                <a:cubicBezTo>
                  <a:pt x="189322" y="62266"/>
                  <a:pt x="190062" y="59102"/>
                  <a:pt x="189120" y="56208"/>
                </a:cubicBezTo>
                <a:cubicBezTo>
                  <a:pt x="188178" y="53313"/>
                  <a:pt x="185721" y="51193"/>
                  <a:pt x="182692" y="50721"/>
                </a:cubicBezTo>
                <a:lnTo>
                  <a:pt x="128907" y="42173"/>
                </a:lnTo>
                <a:lnTo>
                  <a:pt x="104169" y="-636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6879601" y="1369025"/>
            <a:ext cx="1757716" cy="241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7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Kỹ năng đã rèn luyện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62625" y="1799838"/>
            <a:ext cx="5307613" cy="620370"/>
          </a:xfrm>
          <a:custGeom>
            <a:avLst/>
            <a:gdLst/>
            <a:ahLst/>
            <a:cxnLst/>
            <a:rect l="l" t="t" r="r" b="b"/>
            <a:pathLst>
              <a:path w="5307613" h="620370">
                <a:moveTo>
                  <a:pt x="103397" y="0"/>
                </a:moveTo>
                <a:lnTo>
                  <a:pt x="5204216" y="0"/>
                </a:lnTo>
                <a:cubicBezTo>
                  <a:pt x="5261320" y="0"/>
                  <a:pt x="5307613" y="46292"/>
                  <a:pt x="5307613" y="103397"/>
                </a:cubicBezTo>
                <a:lnTo>
                  <a:pt x="5307613" y="516973"/>
                </a:lnTo>
                <a:cubicBezTo>
                  <a:pt x="5307613" y="574078"/>
                  <a:pt x="5261320" y="620370"/>
                  <a:pt x="5204216" y="620370"/>
                </a:cubicBezTo>
                <a:lnTo>
                  <a:pt x="103397" y="620370"/>
                </a:lnTo>
                <a:cubicBezTo>
                  <a:pt x="46292" y="620370"/>
                  <a:pt x="0" y="574078"/>
                  <a:pt x="0" y="516973"/>
                </a:cubicBezTo>
                <a:lnTo>
                  <a:pt x="0" y="103397"/>
                </a:lnTo>
                <a:cubicBezTo>
                  <a:pt x="0" y="46292"/>
                  <a:pt x="46292" y="0"/>
                  <a:pt x="103397" y="0"/>
                </a:cubicBezTo>
                <a:close/>
              </a:path>
            </a:pathLst>
          </a:custGeom>
          <a:gradFill flip="none" rotWithShape="1">
            <a:gsLst>
              <a:gs pos="0">
                <a:srgbClr val="ECFEFF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28" name="Shape 26"/>
          <p:cNvSpPr/>
          <p:nvPr/>
        </p:nvSpPr>
        <p:spPr>
          <a:xfrm>
            <a:off x="6466020" y="2023861"/>
            <a:ext cx="215406" cy="172325"/>
          </a:xfrm>
          <a:custGeom>
            <a:avLst/>
            <a:gdLst/>
            <a:ahLst/>
            <a:cxnLst/>
            <a:rect l="l" t="t" r="r" b="b"/>
            <a:pathLst>
              <a:path w="215406" h="172325">
                <a:moveTo>
                  <a:pt x="118473" y="0"/>
                </a:moveTo>
                <a:cubicBezTo>
                  <a:pt x="118473" y="-5957"/>
                  <a:pt x="113661" y="-10770"/>
                  <a:pt x="107703" y="-10770"/>
                </a:cubicBezTo>
                <a:cubicBezTo>
                  <a:pt x="101746" y="-10770"/>
                  <a:pt x="96933" y="-5957"/>
                  <a:pt x="96933" y="0"/>
                </a:cubicBezTo>
                <a:lnTo>
                  <a:pt x="96933" y="21541"/>
                </a:lnTo>
                <a:lnTo>
                  <a:pt x="64622" y="21541"/>
                </a:lnTo>
                <a:cubicBezTo>
                  <a:pt x="46784" y="21541"/>
                  <a:pt x="32311" y="36013"/>
                  <a:pt x="32311" y="53852"/>
                </a:cubicBezTo>
                <a:lnTo>
                  <a:pt x="32311" y="129244"/>
                </a:lnTo>
                <a:cubicBezTo>
                  <a:pt x="32311" y="147082"/>
                  <a:pt x="46784" y="161555"/>
                  <a:pt x="64622" y="161555"/>
                </a:cubicBezTo>
                <a:lnTo>
                  <a:pt x="150784" y="161555"/>
                </a:lnTo>
                <a:cubicBezTo>
                  <a:pt x="168623" y="161555"/>
                  <a:pt x="183095" y="147082"/>
                  <a:pt x="183095" y="129244"/>
                </a:cubicBezTo>
                <a:lnTo>
                  <a:pt x="183095" y="53852"/>
                </a:lnTo>
                <a:cubicBezTo>
                  <a:pt x="183095" y="36013"/>
                  <a:pt x="168623" y="21541"/>
                  <a:pt x="150784" y="21541"/>
                </a:cubicBezTo>
                <a:lnTo>
                  <a:pt x="118473" y="21541"/>
                </a:lnTo>
                <a:lnTo>
                  <a:pt x="118473" y="0"/>
                </a:lnTo>
                <a:close/>
                <a:moveTo>
                  <a:pt x="53852" y="123859"/>
                </a:moveTo>
                <a:cubicBezTo>
                  <a:pt x="53852" y="119382"/>
                  <a:pt x="57453" y="115781"/>
                  <a:pt x="61929" y="115781"/>
                </a:cubicBezTo>
                <a:lnTo>
                  <a:pt x="72700" y="115781"/>
                </a:lnTo>
                <a:cubicBezTo>
                  <a:pt x="77176" y="115781"/>
                  <a:pt x="80777" y="119382"/>
                  <a:pt x="80777" y="123859"/>
                </a:cubicBezTo>
                <a:cubicBezTo>
                  <a:pt x="80777" y="128335"/>
                  <a:pt x="77176" y="131936"/>
                  <a:pt x="72700" y="131936"/>
                </a:cubicBezTo>
                <a:lnTo>
                  <a:pt x="61929" y="131936"/>
                </a:lnTo>
                <a:cubicBezTo>
                  <a:pt x="57453" y="131936"/>
                  <a:pt x="53852" y="128335"/>
                  <a:pt x="53852" y="123859"/>
                </a:cubicBezTo>
                <a:close/>
                <a:moveTo>
                  <a:pt x="94240" y="123859"/>
                </a:moveTo>
                <a:cubicBezTo>
                  <a:pt x="94240" y="119382"/>
                  <a:pt x="97842" y="115781"/>
                  <a:pt x="102318" y="115781"/>
                </a:cubicBezTo>
                <a:lnTo>
                  <a:pt x="113088" y="115781"/>
                </a:lnTo>
                <a:cubicBezTo>
                  <a:pt x="117565" y="115781"/>
                  <a:pt x="121166" y="119382"/>
                  <a:pt x="121166" y="123859"/>
                </a:cubicBezTo>
                <a:cubicBezTo>
                  <a:pt x="121166" y="128335"/>
                  <a:pt x="117565" y="131936"/>
                  <a:pt x="113088" y="131936"/>
                </a:cubicBezTo>
                <a:lnTo>
                  <a:pt x="102318" y="131936"/>
                </a:lnTo>
                <a:cubicBezTo>
                  <a:pt x="97842" y="131936"/>
                  <a:pt x="94240" y="128335"/>
                  <a:pt x="94240" y="123859"/>
                </a:cubicBezTo>
                <a:close/>
                <a:moveTo>
                  <a:pt x="134629" y="123859"/>
                </a:moveTo>
                <a:cubicBezTo>
                  <a:pt x="134629" y="119382"/>
                  <a:pt x="138230" y="115781"/>
                  <a:pt x="142707" y="115781"/>
                </a:cubicBezTo>
                <a:lnTo>
                  <a:pt x="153477" y="115781"/>
                </a:lnTo>
                <a:cubicBezTo>
                  <a:pt x="157953" y="115781"/>
                  <a:pt x="161555" y="119382"/>
                  <a:pt x="161555" y="123859"/>
                </a:cubicBezTo>
                <a:cubicBezTo>
                  <a:pt x="161555" y="128335"/>
                  <a:pt x="157953" y="131936"/>
                  <a:pt x="153477" y="131936"/>
                </a:cubicBezTo>
                <a:lnTo>
                  <a:pt x="142707" y="131936"/>
                </a:lnTo>
                <a:cubicBezTo>
                  <a:pt x="138230" y="131936"/>
                  <a:pt x="134629" y="128335"/>
                  <a:pt x="134629" y="123859"/>
                </a:cubicBezTo>
                <a:close/>
                <a:moveTo>
                  <a:pt x="75392" y="59237"/>
                </a:moveTo>
                <a:cubicBezTo>
                  <a:pt x="84309" y="59237"/>
                  <a:pt x="91548" y="66476"/>
                  <a:pt x="91548" y="75392"/>
                </a:cubicBezTo>
                <a:cubicBezTo>
                  <a:pt x="91548" y="84309"/>
                  <a:pt x="84309" y="91548"/>
                  <a:pt x="75392" y="91548"/>
                </a:cubicBezTo>
                <a:cubicBezTo>
                  <a:pt x="66476" y="91548"/>
                  <a:pt x="59237" y="84309"/>
                  <a:pt x="59237" y="75392"/>
                </a:cubicBezTo>
                <a:cubicBezTo>
                  <a:pt x="59237" y="66476"/>
                  <a:pt x="66476" y="59237"/>
                  <a:pt x="75392" y="59237"/>
                </a:cubicBezTo>
                <a:close/>
                <a:moveTo>
                  <a:pt x="123859" y="75392"/>
                </a:moveTo>
                <a:cubicBezTo>
                  <a:pt x="123859" y="66476"/>
                  <a:pt x="131098" y="59237"/>
                  <a:pt x="140014" y="59237"/>
                </a:cubicBezTo>
                <a:cubicBezTo>
                  <a:pt x="148931" y="59237"/>
                  <a:pt x="156170" y="66476"/>
                  <a:pt x="156170" y="75392"/>
                </a:cubicBezTo>
                <a:cubicBezTo>
                  <a:pt x="156170" y="84309"/>
                  <a:pt x="148931" y="91548"/>
                  <a:pt x="140014" y="91548"/>
                </a:cubicBezTo>
                <a:cubicBezTo>
                  <a:pt x="131098" y="91548"/>
                  <a:pt x="123859" y="84309"/>
                  <a:pt x="123859" y="75392"/>
                </a:cubicBezTo>
                <a:close/>
                <a:moveTo>
                  <a:pt x="21541" y="75392"/>
                </a:moveTo>
                <a:cubicBezTo>
                  <a:pt x="21541" y="69435"/>
                  <a:pt x="16728" y="64622"/>
                  <a:pt x="10770" y="64622"/>
                </a:cubicBezTo>
                <a:cubicBezTo>
                  <a:pt x="4813" y="64622"/>
                  <a:pt x="0" y="69435"/>
                  <a:pt x="0" y="75392"/>
                </a:cubicBezTo>
                <a:lnTo>
                  <a:pt x="0" y="107703"/>
                </a:lnTo>
                <a:cubicBezTo>
                  <a:pt x="0" y="113661"/>
                  <a:pt x="4813" y="118473"/>
                  <a:pt x="10770" y="118473"/>
                </a:cubicBezTo>
                <a:cubicBezTo>
                  <a:pt x="16728" y="118473"/>
                  <a:pt x="21541" y="113661"/>
                  <a:pt x="21541" y="107703"/>
                </a:cubicBezTo>
                <a:lnTo>
                  <a:pt x="21541" y="75392"/>
                </a:lnTo>
                <a:close/>
                <a:moveTo>
                  <a:pt x="204636" y="64622"/>
                </a:moveTo>
                <a:cubicBezTo>
                  <a:pt x="198679" y="64622"/>
                  <a:pt x="193866" y="69435"/>
                  <a:pt x="193866" y="75392"/>
                </a:cubicBezTo>
                <a:lnTo>
                  <a:pt x="193866" y="107703"/>
                </a:lnTo>
                <a:cubicBezTo>
                  <a:pt x="193866" y="113661"/>
                  <a:pt x="198679" y="118473"/>
                  <a:pt x="204636" y="118473"/>
                </a:cubicBezTo>
                <a:cubicBezTo>
                  <a:pt x="210593" y="118473"/>
                  <a:pt x="215406" y="113661"/>
                  <a:pt x="215406" y="107703"/>
                </a:cubicBezTo>
                <a:lnTo>
                  <a:pt x="215406" y="75392"/>
                </a:lnTo>
                <a:cubicBezTo>
                  <a:pt x="215406" y="69435"/>
                  <a:pt x="210593" y="64622"/>
                  <a:pt x="204636" y="64622"/>
                </a:cubicBezTo>
                <a:close/>
              </a:path>
            </a:pathLst>
          </a:custGeom>
          <a:solidFill>
            <a:srgbClr val="00B8DB"/>
          </a:solidFill>
          <a:ln/>
        </p:spPr>
      </p:sp>
      <p:sp>
        <p:nvSpPr>
          <p:cNvPr id="29" name="Text 27"/>
          <p:cNvSpPr/>
          <p:nvPr/>
        </p:nvSpPr>
        <p:spPr>
          <a:xfrm>
            <a:off x="6784822" y="1903233"/>
            <a:ext cx="2154064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Quy trình làm việc với AI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784822" y="2110023"/>
            <a:ext cx="2154064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Prompting, context management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62625" y="2523603"/>
            <a:ext cx="5307613" cy="620370"/>
          </a:xfrm>
          <a:custGeom>
            <a:avLst/>
            <a:gdLst/>
            <a:ahLst/>
            <a:cxnLst/>
            <a:rect l="l" t="t" r="r" b="b"/>
            <a:pathLst>
              <a:path w="5307613" h="620370">
                <a:moveTo>
                  <a:pt x="103397" y="0"/>
                </a:moveTo>
                <a:lnTo>
                  <a:pt x="5204216" y="0"/>
                </a:lnTo>
                <a:cubicBezTo>
                  <a:pt x="5261320" y="0"/>
                  <a:pt x="5307613" y="46292"/>
                  <a:pt x="5307613" y="103397"/>
                </a:cubicBezTo>
                <a:lnTo>
                  <a:pt x="5307613" y="516973"/>
                </a:lnTo>
                <a:cubicBezTo>
                  <a:pt x="5307613" y="574078"/>
                  <a:pt x="5261320" y="620370"/>
                  <a:pt x="5204216" y="620370"/>
                </a:cubicBezTo>
                <a:lnTo>
                  <a:pt x="103397" y="620370"/>
                </a:lnTo>
                <a:cubicBezTo>
                  <a:pt x="46292" y="620370"/>
                  <a:pt x="0" y="574078"/>
                  <a:pt x="0" y="516973"/>
                </a:cubicBezTo>
                <a:lnTo>
                  <a:pt x="0" y="103397"/>
                </a:lnTo>
                <a:cubicBezTo>
                  <a:pt x="0" y="46292"/>
                  <a:pt x="46292" y="0"/>
                  <a:pt x="103397" y="0"/>
                </a:cubicBezTo>
                <a:close/>
              </a:path>
            </a:pathLst>
          </a:custGeom>
          <a:gradFill flip="none" rotWithShape="1">
            <a:gsLst>
              <a:gs pos="0">
                <a:srgbClr val="EFF6FF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32" name="Shape 30"/>
          <p:cNvSpPr/>
          <p:nvPr/>
        </p:nvSpPr>
        <p:spPr>
          <a:xfrm>
            <a:off x="6498331" y="2747626"/>
            <a:ext cx="150784" cy="172325"/>
          </a:xfrm>
          <a:custGeom>
            <a:avLst/>
            <a:gdLst/>
            <a:ahLst/>
            <a:cxnLst/>
            <a:rect l="l" t="t" r="r" b="b"/>
            <a:pathLst>
              <a:path w="150784" h="172325">
                <a:moveTo>
                  <a:pt x="129244" y="172325"/>
                </a:moveTo>
                <a:lnTo>
                  <a:pt x="32311" y="172325"/>
                </a:lnTo>
                <a:cubicBezTo>
                  <a:pt x="14473" y="172325"/>
                  <a:pt x="0" y="157852"/>
                  <a:pt x="0" y="140014"/>
                </a:cubicBezTo>
                <a:lnTo>
                  <a:pt x="0" y="32311"/>
                </a:lnTo>
                <a:cubicBezTo>
                  <a:pt x="0" y="14473"/>
                  <a:pt x="14473" y="0"/>
                  <a:pt x="32311" y="0"/>
                </a:cubicBezTo>
                <a:lnTo>
                  <a:pt x="134629" y="0"/>
                </a:lnTo>
                <a:cubicBezTo>
                  <a:pt x="143548" y="0"/>
                  <a:pt x="150784" y="7236"/>
                  <a:pt x="150784" y="16155"/>
                </a:cubicBezTo>
                <a:lnTo>
                  <a:pt x="150784" y="113088"/>
                </a:lnTo>
                <a:cubicBezTo>
                  <a:pt x="150784" y="120123"/>
                  <a:pt x="146274" y="126114"/>
                  <a:pt x="140014" y="128335"/>
                </a:cubicBezTo>
                <a:lnTo>
                  <a:pt x="140014" y="150784"/>
                </a:lnTo>
                <a:cubicBezTo>
                  <a:pt x="145971" y="150784"/>
                  <a:pt x="150784" y="155597"/>
                  <a:pt x="150784" y="161555"/>
                </a:cubicBezTo>
                <a:cubicBezTo>
                  <a:pt x="150784" y="167512"/>
                  <a:pt x="145971" y="172325"/>
                  <a:pt x="140014" y="172325"/>
                </a:cubicBezTo>
                <a:lnTo>
                  <a:pt x="129244" y="172325"/>
                </a:lnTo>
                <a:close/>
                <a:moveTo>
                  <a:pt x="32311" y="129244"/>
                </a:moveTo>
                <a:cubicBezTo>
                  <a:pt x="26354" y="129244"/>
                  <a:pt x="21541" y="134057"/>
                  <a:pt x="21541" y="140014"/>
                </a:cubicBezTo>
                <a:cubicBezTo>
                  <a:pt x="21541" y="145971"/>
                  <a:pt x="26354" y="150784"/>
                  <a:pt x="32311" y="150784"/>
                </a:cubicBezTo>
                <a:lnTo>
                  <a:pt x="118473" y="150784"/>
                </a:lnTo>
                <a:lnTo>
                  <a:pt x="118473" y="129244"/>
                </a:lnTo>
                <a:lnTo>
                  <a:pt x="32311" y="129244"/>
                </a:lnTo>
                <a:close/>
                <a:moveTo>
                  <a:pt x="43081" y="51159"/>
                </a:moveTo>
                <a:cubicBezTo>
                  <a:pt x="43081" y="55635"/>
                  <a:pt x="46683" y="59237"/>
                  <a:pt x="51159" y="59237"/>
                </a:cubicBezTo>
                <a:lnTo>
                  <a:pt x="110396" y="59237"/>
                </a:lnTo>
                <a:cubicBezTo>
                  <a:pt x="114872" y="59237"/>
                  <a:pt x="118473" y="55635"/>
                  <a:pt x="118473" y="51159"/>
                </a:cubicBezTo>
                <a:cubicBezTo>
                  <a:pt x="118473" y="46683"/>
                  <a:pt x="114872" y="43081"/>
                  <a:pt x="110396" y="43081"/>
                </a:cubicBezTo>
                <a:lnTo>
                  <a:pt x="51159" y="43081"/>
                </a:lnTo>
                <a:cubicBezTo>
                  <a:pt x="46683" y="43081"/>
                  <a:pt x="43081" y="46683"/>
                  <a:pt x="43081" y="51159"/>
                </a:cubicBezTo>
                <a:close/>
                <a:moveTo>
                  <a:pt x="51159" y="75392"/>
                </a:moveTo>
                <a:cubicBezTo>
                  <a:pt x="46683" y="75392"/>
                  <a:pt x="43081" y="78994"/>
                  <a:pt x="43081" y="83470"/>
                </a:cubicBezTo>
                <a:cubicBezTo>
                  <a:pt x="43081" y="87946"/>
                  <a:pt x="46683" y="91548"/>
                  <a:pt x="51159" y="91548"/>
                </a:cubicBezTo>
                <a:lnTo>
                  <a:pt x="110396" y="91548"/>
                </a:lnTo>
                <a:cubicBezTo>
                  <a:pt x="114872" y="91548"/>
                  <a:pt x="118473" y="87946"/>
                  <a:pt x="118473" y="83470"/>
                </a:cubicBezTo>
                <a:cubicBezTo>
                  <a:pt x="118473" y="78994"/>
                  <a:pt x="114872" y="75392"/>
                  <a:pt x="110396" y="75392"/>
                </a:cubicBezTo>
                <a:lnTo>
                  <a:pt x="51159" y="75392"/>
                </a:lnTo>
                <a:close/>
              </a:path>
            </a:pathLst>
          </a:custGeom>
          <a:solidFill>
            <a:srgbClr val="2B7FFF"/>
          </a:solidFill>
          <a:ln/>
        </p:spPr>
      </p:sp>
      <p:sp>
        <p:nvSpPr>
          <p:cNvPr id="33" name="Text 31"/>
          <p:cNvSpPr/>
          <p:nvPr/>
        </p:nvSpPr>
        <p:spPr>
          <a:xfrm>
            <a:off x="6784822" y="2626998"/>
            <a:ext cx="1955890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Đọc hiểu spec kỹ thuật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784822" y="2833788"/>
            <a:ext cx="1955890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OpenAPI, PRD, technical docs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62625" y="3247369"/>
            <a:ext cx="5307613" cy="620370"/>
          </a:xfrm>
          <a:custGeom>
            <a:avLst/>
            <a:gdLst/>
            <a:ahLst/>
            <a:cxnLst/>
            <a:rect l="l" t="t" r="r" b="b"/>
            <a:pathLst>
              <a:path w="5307613" h="620370">
                <a:moveTo>
                  <a:pt x="103397" y="0"/>
                </a:moveTo>
                <a:lnTo>
                  <a:pt x="5204216" y="0"/>
                </a:lnTo>
                <a:cubicBezTo>
                  <a:pt x="5261320" y="0"/>
                  <a:pt x="5307613" y="46292"/>
                  <a:pt x="5307613" y="103397"/>
                </a:cubicBezTo>
                <a:lnTo>
                  <a:pt x="5307613" y="516973"/>
                </a:lnTo>
                <a:cubicBezTo>
                  <a:pt x="5307613" y="574078"/>
                  <a:pt x="5261320" y="620370"/>
                  <a:pt x="5204216" y="620370"/>
                </a:cubicBezTo>
                <a:lnTo>
                  <a:pt x="103397" y="620370"/>
                </a:lnTo>
                <a:cubicBezTo>
                  <a:pt x="46292" y="620370"/>
                  <a:pt x="0" y="574078"/>
                  <a:pt x="0" y="516973"/>
                </a:cubicBezTo>
                <a:lnTo>
                  <a:pt x="0" y="103397"/>
                </a:lnTo>
                <a:cubicBezTo>
                  <a:pt x="0" y="46292"/>
                  <a:pt x="46292" y="0"/>
                  <a:pt x="103397" y="0"/>
                </a:cubicBezTo>
                <a:close/>
              </a:path>
            </a:pathLst>
          </a:custGeom>
          <a:gradFill flip="none" rotWithShape="1">
            <a:gsLst>
              <a:gs pos="0">
                <a:srgbClr val="FAF5FF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36" name="Shape 34"/>
          <p:cNvSpPr/>
          <p:nvPr/>
        </p:nvSpPr>
        <p:spPr>
          <a:xfrm>
            <a:off x="6476791" y="3471391"/>
            <a:ext cx="193866" cy="172325"/>
          </a:xfrm>
          <a:custGeom>
            <a:avLst/>
            <a:gdLst/>
            <a:ahLst/>
            <a:cxnLst/>
            <a:rect l="l" t="t" r="r" b="b"/>
            <a:pathLst>
              <a:path w="193866" h="172325">
                <a:moveTo>
                  <a:pt x="121435" y="404"/>
                </a:moveTo>
                <a:cubicBezTo>
                  <a:pt x="115714" y="-1245"/>
                  <a:pt x="109756" y="2087"/>
                  <a:pt x="108107" y="7808"/>
                </a:cubicBezTo>
                <a:lnTo>
                  <a:pt x="65026" y="158593"/>
                </a:lnTo>
                <a:cubicBezTo>
                  <a:pt x="63377" y="164315"/>
                  <a:pt x="66709" y="170272"/>
                  <a:pt x="72430" y="171921"/>
                </a:cubicBezTo>
                <a:cubicBezTo>
                  <a:pt x="78152" y="173570"/>
                  <a:pt x="84109" y="170238"/>
                  <a:pt x="85759" y="164517"/>
                </a:cubicBezTo>
                <a:lnTo>
                  <a:pt x="128840" y="13732"/>
                </a:lnTo>
                <a:cubicBezTo>
                  <a:pt x="130489" y="8010"/>
                  <a:pt x="127157" y="2053"/>
                  <a:pt x="121435" y="404"/>
                </a:cubicBezTo>
                <a:close/>
                <a:moveTo>
                  <a:pt x="143178" y="46211"/>
                </a:moveTo>
                <a:cubicBezTo>
                  <a:pt x="138971" y="50419"/>
                  <a:pt x="138971" y="57251"/>
                  <a:pt x="143178" y="61458"/>
                </a:cubicBezTo>
                <a:lnTo>
                  <a:pt x="167882" y="86163"/>
                </a:lnTo>
                <a:lnTo>
                  <a:pt x="143178" y="110867"/>
                </a:lnTo>
                <a:cubicBezTo>
                  <a:pt x="138971" y="115074"/>
                  <a:pt x="138971" y="121907"/>
                  <a:pt x="143178" y="126114"/>
                </a:cubicBezTo>
                <a:cubicBezTo>
                  <a:pt x="147385" y="130321"/>
                  <a:pt x="154217" y="130321"/>
                  <a:pt x="158425" y="126114"/>
                </a:cubicBezTo>
                <a:lnTo>
                  <a:pt x="190736" y="93803"/>
                </a:lnTo>
                <a:cubicBezTo>
                  <a:pt x="194943" y="89596"/>
                  <a:pt x="194943" y="82763"/>
                  <a:pt x="190736" y="78556"/>
                </a:cubicBezTo>
                <a:lnTo>
                  <a:pt x="158425" y="46245"/>
                </a:lnTo>
                <a:cubicBezTo>
                  <a:pt x="154217" y="42038"/>
                  <a:pt x="147385" y="42038"/>
                  <a:pt x="143178" y="46245"/>
                </a:cubicBezTo>
                <a:close/>
                <a:moveTo>
                  <a:pt x="50721" y="46211"/>
                </a:moveTo>
                <a:cubicBezTo>
                  <a:pt x="46514" y="42004"/>
                  <a:pt x="39682" y="42004"/>
                  <a:pt x="35475" y="46211"/>
                </a:cubicBezTo>
                <a:lnTo>
                  <a:pt x="3164" y="78522"/>
                </a:lnTo>
                <a:cubicBezTo>
                  <a:pt x="-1043" y="82730"/>
                  <a:pt x="-1043" y="89562"/>
                  <a:pt x="3164" y="93769"/>
                </a:cubicBezTo>
                <a:lnTo>
                  <a:pt x="35475" y="126080"/>
                </a:lnTo>
                <a:cubicBezTo>
                  <a:pt x="39682" y="130287"/>
                  <a:pt x="46514" y="130287"/>
                  <a:pt x="50721" y="126080"/>
                </a:cubicBezTo>
                <a:cubicBezTo>
                  <a:pt x="54929" y="121873"/>
                  <a:pt x="54929" y="115040"/>
                  <a:pt x="50721" y="110833"/>
                </a:cubicBezTo>
                <a:lnTo>
                  <a:pt x="26017" y="86163"/>
                </a:lnTo>
                <a:lnTo>
                  <a:pt x="50688" y="61458"/>
                </a:lnTo>
                <a:cubicBezTo>
                  <a:pt x="54895" y="57251"/>
                  <a:pt x="54895" y="50419"/>
                  <a:pt x="50688" y="46211"/>
                </a:cubicBezTo>
                <a:close/>
              </a:path>
            </a:pathLst>
          </a:custGeom>
          <a:solidFill>
            <a:srgbClr val="AD46FF"/>
          </a:solidFill>
          <a:ln/>
        </p:spPr>
      </p:sp>
      <p:sp>
        <p:nvSpPr>
          <p:cNvPr id="37" name="Text 35"/>
          <p:cNvSpPr/>
          <p:nvPr/>
        </p:nvSpPr>
        <p:spPr>
          <a:xfrm>
            <a:off x="6784822" y="3350764"/>
            <a:ext cx="1938657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Thiết kế frontend hiện đại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784822" y="3557554"/>
            <a:ext cx="1938657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React, Vite, Figma integration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186471" y="4189419"/>
            <a:ext cx="5659922" cy="1799840"/>
          </a:xfrm>
          <a:custGeom>
            <a:avLst/>
            <a:gdLst/>
            <a:ahLst/>
            <a:cxnLst/>
            <a:rect l="l" t="t" r="r" b="b"/>
            <a:pathLst>
              <a:path w="5659922" h="1799840">
                <a:moveTo>
                  <a:pt x="206784" y="0"/>
                </a:moveTo>
                <a:lnTo>
                  <a:pt x="5453138" y="0"/>
                </a:lnTo>
                <a:cubicBezTo>
                  <a:pt x="5567342" y="0"/>
                  <a:pt x="5659922" y="92580"/>
                  <a:pt x="5659922" y="206784"/>
                </a:cubicBezTo>
                <a:lnTo>
                  <a:pt x="5659922" y="1593056"/>
                </a:lnTo>
                <a:cubicBezTo>
                  <a:pt x="5659922" y="1707260"/>
                  <a:pt x="5567342" y="1799840"/>
                  <a:pt x="5453138" y="1799840"/>
                </a:cubicBezTo>
                <a:lnTo>
                  <a:pt x="206784" y="1799840"/>
                </a:lnTo>
                <a:cubicBezTo>
                  <a:pt x="92580" y="1799840"/>
                  <a:pt x="0" y="1707260"/>
                  <a:pt x="0" y="1593056"/>
                </a:cubicBezTo>
                <a:lnTo>
                  <a:pt x="0" y="206784"/>
                </a:lnTo>
                <a:cubicBezTo>
                  <a:pt x="0" y="92657"/>
                  <a:pt x="92657" y="0"/>
                  <a:pt x="206784" y="0"/>
                </a:cubicBezTo>
                <a:close/>
              </a:path>
            </a:pathLst>
          </a:custGeom>
          <a:gradFill flip="none" rotWithShape="1">
            <a:gsLst>
              <a:gs pos="0">
                <a:srgbClr val="FFFBEB"/>
              </a:gs>
              <a:gs pos="100000">
                <a:srgbClr val="FFF7ED"/>
              </a:gs>
            </a:gsLst>
            <a:lin ang="2700000" scaled="1"/>
          </a:gradFill>
          <a:ln w="11289">
            <a:solidFill>
              <a:srgbClr val="FEF3C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62625" y="4382804"/>
            <a:ext cx="258488" cy="206790"/>
          </a:xfrm>
          <a:custGeom>
            <a:avLst/>
            <a:gdLst/>
            <a:ahLst/>
            <a:cxnLst/>
            <a:rect l="l" t="t" r="r" b="b"/>
            <a:pathLst>
              <a:path w="258488" h="206790">
                <a:moveTo>
                  <a:pt x="129244" y="6462"/>
                </a:moveTo>
                <a:cubicBezTo>
                  <a:pt x="152427" y="6462"/>
                  <a:pt x="171248" y="25284"/>
                  <a:pt x="171248" y="48466"/>
                </a:cubicBezTo>
                <a:cubicBezTo>
                  <a:pt x="171248" y="71649"/>
                  <a:pt x="152427" y="90471"/>
                  <a:pt x="129244" y="90471"/>
                </a:cubicBezTo>
                <a:cubicBezTo>
                  <a:pt x="106061" y="90471"/>
                  <a:pt x="87240" y="71649"/>
                  <a:pt x="87240" y="48466"/>
                </a:cubicBezTo>
                <a:cubicBezTo>
                  <a:pt x="87240" y="25284"/>
                  <a:pt x="106061" y="6462"/>
                  <a:pt x="129244" y="6462"/>
                </a:cubicBezTo>
                <a:close/>
                <a:moveTo>
                  <a:pt x="38773" y="35542"/>
                </a:moveTo>
                <a:cubicBezTo>
                  <a:pt x="54823" y="35542"/>
                  <a:pt x="67853" y="48572"/>
                  <a:pt x="67853" y="64622"/>
                </a:cubicBezTo>
                <a:cubicBezTo>
                  <a:pt x="67853" y="80672"/>
                  <a:pt x="54823" y="93702"/>
                  <a:pt x="38773" y="93702"/>
                </a:cubicBezTo>
                <a:cubicBezTo>
                  <a:pt x="22724" y="93702"/>
                  <a:pt x="9693" y="80672"/>
                  <a:pt x="9693" y="64622"/>
                </a:cubicBezTo>
                <a:cubicBezTo>
                  <a:pt x="9693" y="48572"/>
                  <a:pt x="22724" y="35542"/>
                  <a:pt x="38773" y="35542"/>
                </a:cubicBezTo>
                <a:close/>
                <a:moveTo>
                  <a:pt x="0" y="168017"/>
                </a:moveTo>
                <a:cubicBezTo>
                  <a:pt x="0" y="139462"/>
                  <a:pt x="23143" y="116319"/>
                  <a:pt x="51698" y="116319"/>
                </a:cubicBezTo>
                <a:cubicBezTo>
                  <a:pt x="56867" y="116319"/>
                  <a:pt x="61875" y="117087"/>
                  <a:pt x="66601" y="118500"/>
                </a:cubicBezTo>
                <a:cubicBezTo>
                  <a:pt x="53313" y="133363"/>
                  <a:pt x="45235" y="152992"/>
                  <a:pt x="45235" y="174479"/>
                </a:cubicBezTo>
                <a:lnTo>
                  <a:pt x="45235" y="180941"/>
                </a:lnTo>
                <a:cubicBezTo>
                  <a:pt x="45235" y="185546"/>
                  <a:pt x="46205" y="189908"/>
                  <a:pt x="47941" y="193866"/>
                </a:cubicBezTo>
                <a:lnTo>
                  <a:pt x="12924" y="193866"/>
                </a:lnTo>
                <a:cubicBezTo>
                  <a:pt x="5776" y="193866"/>
                  <a:pt x="0" y="188090"/>
                  <a:pt x="0" y="180941"/>
                </a:cubicBezTo>
                <a:lnTo>
                  <a:pt x="0" y="168017"/>
                </a:lnTo>
                <a:close/>
                <a:moveTo>
                  <a:pt x="210546" y="193866"/>
                </a:moveTo>
                <a:cubicBezTo>
                  <a:pt x="212283" y="189908"/>
                  <a:pt x="213252" y="185546"/>
                  <a:pt x="213252" y="180941"/>
                </a:cubicBezTo>
                <a:lnTo>
                  <a:pt x="213252" y="174479"/>
                </a:lnTo>
                <a:cubicBezTo>
                  <a:pt x="213252" y="152992"/>
                  <a:pt x="205175" y="133363"/>
                  <a:pt x="191887" y="118500"/>
                </a:cubicBezTo>
                <a:cubicBezTo>
                  <a:pt x="196612" y="117087"/>
                  <a:pt x="201620" y="116319"/>
                  <a:pt x="206790" y="116319"/>
                </a:cubicBezTo>
                <a:cubicBezTo>
                  <a:pt x="235345" y="116319"/>
                  <a:pt x="258488" y="139462"/>
                  <a:pt x="258488" y="168017"/>
                </a:cubicBezTo>
                <a:lnTo>
                  <a:pt x="258488" y="180941"/>
                </a:lnTo>
                <a:cubicBezTo>
                  <a:pt x="258488" y="188090"/>
                  <a:pt x="252712" y="193866"/>
                  <a:pt x="245563" y="193866"/>
                </a:cubicBezTo>
                <a:lnTo>
                  <a:pt x="210546" y="193866"/>
                </a:lnTo>
                <a:close/>
                <a:moveTo>
                  <a:pt x="190635" y="64622"/>
                </a:moveTo>
                <a:cubicBezTo>
                  <a:pt x="190635" y="48572"/>
                  <a:pt x="203665" y="35542"/>
                  <a:pt x="219714" y="35542"/>
                </a:cubicBezTo>
                <a:cubicBezTo>
                  <a:pt x="235764" y="35542"/>
                  <a:pt x="248794" y="48572"/>
                  <a:pt x="248794" y="64622"/>
                </a:cubicBezTo>
                <a:cubicBezTo>
                  <a:pt x="248794" y="80672"/>
                  <a:pt x="235764" y="93702"/>
                  <a:pt x="219714" y="93702"/>
                </a:cubicBezTo>
                <a:cubicBezTo>
                  <a:pt x="203665" y="93702"/>
                  <a:pt x="190635" y="80672"/>
                  <a:pt x="190635" y="64622"/>
                </a:cubicBezTo>
                <a:close/>
                <a:moveTo>
                  <a:pt x="64622" y="174479"/>
                </a:moveTo>
                <a:cubicBezTo>
                  <a:pt x="64622" y="138776"/>
                  <a:pt x="93540" y="109857"/>
                  <a:pt x="129244" y="109857"/>
                </a:cubicBezTo>
                <a:cubicBezTo>
                  <a:pt x="164947" y="109857"/>
                  <a:pt x="193866" y="138776"/>
                  <a:pt x="193866" y="174479"/>
                </a:cubicBezTo>
                <a:lnTo>
                  <a:pt x="193866" y="180941"/>
                </a:lnTo>
                <a:cubicBezTo>
                  <a:pt x="193866" y="188090"/>
                  <a:pt x="188090" y="193866"/>
                  <a:pt x="180941" y="193866"/>
                </a:cubicBezTo>
                <a:lnTo>
                  <a:pt x="77546" y="193866"/>
                </a:lnTo>
                <a:cubicBezTo>
                  <a:pt x="70397" y="193866"/>
                  <a:pt x="64622" y="188090"/>
                  <a:pt x="64622" y="180941"/>
                </a:cubicBezTo>
                <a:lnTo>
                  <a:pt x="64622" y="174479"/>
                </a:lnTo>
                <a:close/>
              </a:path>
            </a:pathLst>
          </a:custGeom>
          <a:solidFill>
            <a:srgbClr val="FE9A00"/>
          </a:solidFill>
          <a:ln/>
        </p:spPr>
      </p:sp>
      <p:sp>
        <p:nvSpPr>
          <p:cNvPr id="41" name="Text 39"/>
          <p:cNvSpPr/>
          <p:nvPr/>
        </p:nvSpPr>
        <p:spPr>
          <a:xfrm>
            <a:off x="6724508" y="4365572"/>
            <a:ext cx="1352752" cy="241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7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Nhóm thực hiện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62625" y="4710222"/>
            <a:ext cx="2619341" cy="516975"/>
          </a:xfrm>
          <a:custGeom>
            <a:avLst/>
            <a:gdLst/>
            <a:ahLst/>
            <a:cxnLst/>
            <a:rect l="l" t="t" r="r" b="b"/>
            <a:pathLst>
              <a:path w="2619341" h="516975">
                <a:moveTo>
                  <a:pt x="68928" y="0"/>
                </a:moveTo>
                <a:lnTo>
                  <a:pt x="2550413" y="0"/>
                </a:lnTo>
                <a:cubicBezTo>
                  <a:pt x="2588456" y="0"/>
                  <a:pt x="2619341" y="30886"/>
                  <a:pt x="2619341" y="68928"/>
                </a:cubicBezTo>
                <a:lnTo>
                  <a:pt x="2619341" y="448047"/>
                </a:lnTo>
                <a:cubicBezTo>
                  <a:pt x="2619341" y="486090"/>
                  <a:pt x="2588456" y="516975"/>
                  <a:pt x="2550413" y="516975"/>
                </a:cubicBezTo>
                <a:lnTo>
                  <a:pt x="68928" y="516975"/>
                </a:lnTo>
                <a:cubicBezTo>
                  <a:pt x="30886" y="516975"/>
                  <a:pt x="0" y="486090"/>
                  <a:pt x="0" y="448047"/>
                </a:cubicBezTo>
                <a:lnTo>
                  <a:pt x="0" y="68928"/>
                </a:lnTo>
                <a:cubicBezTo>
                  <a:pt x="0" y="30860"/>
                  <a:pt x="30860" y="0"/>
                  <a:pt x="68928" y="0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6431555" y="4779152"/>
            <a:ext cx="2550411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Nguyễn Minh Kiên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431555" y="4985942"/>
            <a:ext cx="2541795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6A72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3122411103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9049940" y="4710222"/>
            <a:ext cx="2619341" cy="516975"/>
          </a:xfrm>
          <a:custGeom>
            <a:avLst/>
            <a:gdLst/>
            <a:ahLst/>
            <a:cxnLst/>
            <a:rect l="l" t="t" r="r" b="b"/>
            <a:pathLst>
              <a:path w="2619341" h="516975">
                <a:moveTo>
                  <a:pt x="68928" y="0"/>
                </a:moveTo>
                <a:lnTo>
                  <a:pt x="2550413" y="0"/>
                </a:lnTo>
                <a:cubicBezTo>
                  <a:pt x="2588456" y="0"/>
                  <a:pt x="2619341" y="30886"/>
                  <a:pt x="2619341" y="68928"/>
                </a:cubicBezTo>
                <a:lnTo>
                  <a:pt x="2619341" y="448047"/>
                </a:lnTo>
                <a:cubicBezTo>
                  <a:pt x="2619341" y="486090"/>
                  <a:pt x="2588456" y="516975"/>
                  <a:pt x="2550413" y="516975"/>
                </a:cubicBezTo>
                <a:lnTo>
                  <a:pt x="68928" y="516975"/>
                </a:lnTo>
                <a:cubicBezTo>
                  <a:pt x="30886" y="516975"/>
                  <a:pt x="0" y="486090"/>
                  <a:pt x="0" y="448047"/>
                </a:cubicBezTo>
                <a:lnTo>
                  <a:pt x="0" y="68928"/>
                </a:lnTo>
                <a:cubicBezTo>
                  <a:pt x="0" y="30860"/>
                  <a:pt x="30860" y="0"/>
                  <a:pt x="68928" y="0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9118870" y="4779152"/>
            <a:ext cx="2550411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Phạm Nhật Phương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9118870" y="4985942"/>
            <a:ext cx="2541795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6A72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3122411162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62625" y="5296127"/>
            <a:ext cx="2619341" cy="516975"/>
          </a:xfrm>
          <a:custGeom>
            <a:avLst/>
            <a:gdLst/>
            <a:ahLst/>
            <a:cxnLst/>
            <a:rect l="l" t="t" r="r" b="b"/>
            <a:pathLst>
              <a:path w="2619341" h="516975">
                <a:moveTo>
                  <a:pt x="68928" y="0"/>
                </a:moveTo>
                <a:lnTo>
                  <a:pt x="2550413" y="0"/>
                </a:lnTo>
                <a:cubicBezTo>
                  <a:pt x="2588456" y="0"/>
                  <a:pt x="2619341" y="30886"/>
                  <a:pt x="2619341" y="68928"/>
                </a:cubicBezTo>
                <a:lnTo>
                  <a:pt x="2619341" y="448047"/>
                </a:lnTo>
                <a:cubicBezTo>
                  <a:pt x="2619341" y="486090"/>
                  <a:pt x="2588456" y="516975"/>
                  <a:pt x="2550413" y="516975"/>
                </a:cubicBezTo>
                <a:lnTo>
                  <a:pt x="68928" y="516975"/>
                </a:lnTo>
                <a:cubicBezTo>
                  <a:pt x="30886" y="516975"/>
                  <a:pt x="0" y="486090"/>
                  <a:pt x="0" y="448047"/>
                </a:cubicBezTo>
                <a:lnTo>
                  <a:pt x="0" y="68928"/>
                </a:lnTo>
                <a:cubicBezTo>
                  <a:pt x="0" y="30860"/>
                  <a:pt x="30860" y="0"/>
                  <a:pt x="68928" y="0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6431555" y="5365057"/>
            <a:ext cx="2550411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Lê Nhựt Huy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431555" y="5571847"/>
            <a:ext cx="2541795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6A72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3122411063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9049940" y="5296127"/>
            <a:ext cx="2619341" cy="516975"/>
          </a:xfrm>
          <a:custGeom>
            <a:avLst/>
            <a:gdLst/>
            <a:ahLst/>
            <a:cxnLst/>
            <a:rect l="l" t="t" r="r" b="b"/>
            <a:pathLst>
              <a:path w="2619341" h="516975">
                <a:moveTo>
                  <a:pt x="68928" y="0"/>
                </a:moveTo>
                <a:lnTo>
                  <a:pt x="2550413" y="0"/>
                </a:lnTo>
                <a:cubicBezTo>
                  <a:pt x="2588456" y="0"/>
                  <a:pt x="2619341" y="30886"/>
                  <a:pt x="2619341" y="68928"/>
                </a:cubicBezTo>
                <a:lnTo>
                  <a:pt x="2619341" y="448047"/>
                </a:lnTo>
                <a:cubicBezTo>
                  <a:pt x="2619341" y="486090"/>
                  <a:pt x="2588456" y="516975"/>
                  <a:pt x="2550413" y="516975"/>
                </a:cubicBezTo>
                <a:lnTo>
                  <a:pt x="68928" y="516975"/>
                </a:lnTo>
                <a:cubicBezTo>
                  <a:pt x="30886" y="516975"/>
                  <a:pt x="0" y="486090"/>
                  <a:pt x="0" y="448047"/>
                </a:cubicBezTo>
                <a:lnTo>
                  <a:pt x="0" y="68928"/>
                </a:lnTo>
                <a:cubicBezTo>
                  <a:pt x="0" y="30860"/>
                  <a:pt x="30860" y="0"/>
                  <a:pt x="68928" y="0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9118870" y="5365057"/>
            <a:ext cx="2550411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b="1" dirty="0">
                <a:solidFill>
                  <a:srgbClr val="1018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Phạm Nguyễn Thế Hào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9118870" y="5571847"/>
            <a:ext cx="2541795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6A72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3122411048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4762874" y="6130945"/>
            <a:ext cx="2671039" cy="448045"/>
          </a:xfrm>
          <a:custGeom>
            <a:avLst/>
            <a:gdLst/>
            <a:ahLst/>
            <a:cxnLst/>
            <a:rect l="l" t="t" r="r" b="b"/>
            <a:pathLst>
              <a:path w="2671039" h="448045">
                <a:moveTo>
                  <a:pt x="224023" y="0"/>
                </a:moveTo>
                <a:lnTo>
                  <a:pt x="2447016" y="0"/>
                </a:lnTo>
                <a:cubicBezTo>
                  <a:pt x="2570741" y="0"/>
                  <a:pt x="2671039" y="100298"/>
                  <a:pt x="2671039" y="224023"/>
                </a:cubicBezTo>
                <a:lnTo>
                  <a:pt x="2671039" y="224023"/>
                </a:lnTo>
                <a:cubicBezTo>
                  <a:pt x="2671039" y="347747"/>
                  <a:pt x="2570741" y="448045"/>
                  <a:pt x="2447016" y="448045"/>
                </a:cubicBezTo>
                <a:lnTo>
                  <a:pt x="224023" y="448045"/>
                </a:lnTo>
                <a:cubicBezTo>
                  <a:pt x="100298" y="448045"/>
                  <a:pt x="0" y="347747"/>
                  <a:pt x="0" y="224023"/>
                </a:cubicBezTo>
                <a:lnTo>
                  <a:pt x="0" y="224023"/>
                </a:lnTo>
                <a:cubicBezTo>
                  <a:pt x="0" y="100298"/>
                  <a:pt x="100298" y="0"/>
                  <a:pt x="224023" y="0"/>
                </a:cubicBezTo>
                <a:close/>
              </a:path>
            </a:pathLst>
          </a:custGeom>
          <a:gradFill flip="none" rotWithShape="1">
            <a:gsLst>
              <a:gs pos="0">
                <a:srgbClr val="2B7FFF"/>
              </a:gs>
              <a:gs pos="100000">
                <a:srgbClr val="9810FA"/>
              </a:gs>
            </a:gsLst>
            <a:lin ang="0" scaled="1"/>
          </a:gradFill>
          <a:ln/>
        </p:spPr>
      </p:sp>
      <p:sp>
        <p:nvSpPr>
          <p:cNvPr id="55" name="Shape 53"/>
          <p:cNvSpPr/>
          <p:nvPr/>
        </p:nvSpPr>
        <p:spPr>
          <a:xfrm>
            <a:off x="5055827" y="6286037"/>
            <a:ext cx="137860" cy="137860"/>
          </a:xfrm>
          <a:custGeom>
            <a:avLst/>
            <a:gdLst/>
            <a:ahLst/>
            <a:cxnLst/>
            <a:rect l="l" t="t" r="r" b="b"/>
            <a:pathLst>
              <a:path w="137860" h="137860">
                <a:moveTo>
                  <a:pt x="64891" y="23452"/>
                </a:moveTo>
                <a:lnTo>
                  <a:pt x="68930" y="29026"/>
                </a:lnTo>
                <a:lnTo>
                  <a:pt x="72969" y="23452"/>
                </a:lnTo>
                <a:cubicBezTo>
                  <a:pt x="79700" y="14136"/>
                  <a:pt x="90525" y="8616"/>
                  <a:pt x="102022" y="8616"/>
                </a:cubicBezTo>
                <a:cubicBezTo>
                  <a:pt x="121812" y="8616"/>
                  <a:pt x="137860" y="24664"/>
                  <a:pt x="137860" y="44454"/>
                </a:cubicBezTo>
                <a:lnTo>
                  <a:pt x="137860" y="45155"/>
                </a:lnTo>
                <a:cubicBezTo>
                  <a:pt x="137860" y="75365"/>
                  <a:pt x="100191" y="110450"/>
                  <a:pt x="80535" y="125447"/>
                </a:cubicBezTo>
                <a:cubicBezTo>
                  <a:pt x="77196" y="127978"/>
                  <a:pt x="73104" y="129244"/>
                  <a:pt x="68930" y="129244"/>
                </a:cubicBezTo>
                <a:cubicBezTo>
                  <a:pt x="64757" y="129244"/>
                  <a:pt x="60637" y="128005"/>
                  <a:pt x="57325" y="125447"/>
                </a:cubicBezTo>
                <a:cubicBezTo>
                  <a:pt x="37669" y="110450"/>
                  <a:pt x="0" y="75365"/>
                  <a:pt x="0" y="45155"/>
                </a:cubicBezTo>
                <a:lnTo>
                  <a:pt x="0" y="44454"/>
                </a:lnTo>
                <a:cubicBezTo>
                  <a:pt x="0" y="24664"/>
                  <a:pt x="16048" y="8616"/>
                  <a:pt x="35838" y="8616"/>
                </a:cubicBezTo>
                <a:cubicBezTo>
                  <a:pt x="47336" y="8616"/>
                  <a:pt x="58160" y="14136"/>
                  <a:pt x="64891" y="23452"/>
                </a:cubicBezTo>
                <a:close/>
              </a:path>
            </a:pathLst>
          </a:custGeom>
          <a:solidFill>
            <a:srgbClr val="FFA1AD"/>
          </a:solidFill>
          <a:ln/>
        </p:spPr>
      </p:sp>
      <p:sp>
        <p:nvSpPr>
          <p:cNvPr id="56" name="Text 54"/>
          <p:cNvSpPr/>
          <p:nvPr/>
        </p:nvSpPr>
        <p:spPr>
          <a:xfrm>
            <a:off x="5275541" y="6234340"/>
            <a:ext cx="1645705" cy="241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21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Cảm ơn đã lắng nghe!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999270" y="6286037"/>
            <a:ext cx="137860" cy="137860"/>
          </a:xfrm>
          <a:custGeom>
            <a:avLst/>
            <a:gdLst/>
            <a:ahLst/>
            <a:cxnLst/>
            <a:rect l="l" t="t" r="r" b="b"/>
            <a:pathLst>
              <a:path w="137860" h="137860">
                <a:moveTo>
                  <a:pt x="64891" y="23452"/>
                </a:moveTo>
                <a:lnTo>
                  <a:pt x="68930" y="29026"/>
                </a:lnTo>
                <a:lnTo>
                  <a:pt x="72969" y="23452"/>
                </a:lnTo>
                <a:cubicBezTo>
                  <a:pt x="79700" y="14136"/>
                  <a:pt x="90525" y="8616"/>
                  <a:pt x="102022" y="8616"/>
                </a:cubicBezTo>
                <a:cubicBezTo>
                  <a:pt x="121812" y="8616"/>
                  <a:pt x="137860" y="24664"/>
                  <a:pt x="137860" y="44454"/>
                </a:cubicBezTo>
                <a:lnTo>
                  <a:pt x="137860" y="45155"/>
                </a:lnTo>
                <a:cubicBezTo>
                  <a:pt x="137860" y="75365"/>
                  <a:pt x="100191" y="110450"/>
                  <a:pt x="80535" y="125447"/>
                </a:cubicBezTo>
                <a:cubicBezTo>
                  <a:pt x="77196" y="127978"/>
                  <a:pt x="73104" y="129244"/>
                  <a:pt x="68930" y="129244"/>
                </a:cubicBezTo>
                <a:cubicBezTo>
                  <a:pt x="64757" y="129244"/>
                  <a:pt x="60637" y="128005"/>
                  <a:pt x="57325" y="125447"/>
                </a:cubicBezTo>
                <a:cubicBezTo>
                  <a:pt x="37669" y="110450"/>
                  <a:pt x="0" y="75365"/>
                  <a:pt x="0" y="45155"/>
                </a:cubicBezTo>
                <a:lnTo>
                  <a:pt x="0" y="44454"/>
                </a:lnTo>
                <a:cubicBezTo>
                  <a:pt x="0" y="24664"/>
                  <a:pt x="16048" y="8616"/>
                  <a:pt x="35838" y="8616"/>
                </a:cubicBezTo>
                <a:cubicBezTo>
                  <a:pt x="47336" y="8616"/>
                  <a:pt x="58160" y="14136"/>
                  <a:pt x="64891" y="23452"/>
                </a:cubicBezTo>
                <a:close/>
              </a:path>
            </a:pathLst>
          </a:custGeom>
          <a:solidFill>
            <a:srgbClr val="FFA1AD"/>
          </a:solidFill>
          <a:ln/>
        </p:spPr>
      </p:sp>
      <p:sp>
        <p:nvSpPr>
          <p:cNvPr id="58" name="Text 56"/>
          <p:cNvSpPr/>
          <p:nvPr/>
        </p:nvSpPr>
        <p:spPr>
          <a:xfrm>
            <a:off x="310185" y="6647920"/>
            <a:ext cx="11571630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86" dirty="0">
                <a:solidFill>
                  <a:srgbClr val="6A72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Lớp DCT122C3 - Tháng 2/2026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1600</Words>
  <Application>Microsoft Office PowerPoint</Application>
  <PresentationFormat>Widescreen</PresentationFormat>
  <Paragraphs>344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Alimama ShuHeiTi</vt:lpstr>
      <vt:lpstr>Arial</vt:lpstr>
      <vt:lpstr>MiSans</vt:lpstr>
      <vt:lpstr>Calibri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TÌM HIỂU CÔNG NGHỆ VIBE CODING GITHUB COPILOT</dc:title>
  <dc:subject>TÌM HIỂU CÔNG NGHỆ VIBE CODING GITHUB COPILOT</dc:subject>
  <dc:creator>Kimi</dc:creator>
  <cp:lastModifiedBy>Dell-15</cp:lastModifiedBy>
  <cp:revision>3</cp:revision>
  <dcterms:created xsi:type="dcterms:W3CDTF">2026-02-14T13:33:24Z</dcterms:created>
  <dcterms:modified xsi:type="dcterms:W3CDTF">2026-02-14T16:01:27Z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{"Label":"TÌM HIỂU CÔNG NGHỆ VIBE CODING GITHUB COPILOT","ContentProducer":"001191110108MACG2KBH8F10000","ProduceID":"19c5c565-cd12-8306-8000-00004ed1fdc8","ReservedCode1":"","ContentPropagator":"001191110108MACG2KBH8F20000","PropagateID":"19c5c565-cd12-8306-8000-00004ed1fdc8","ReservedCode2":""}</vt:lpwstr>
  </property>
</Properties>
</file>